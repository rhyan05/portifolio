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ntonio Bold" charset="1" panose="02000803000000000000"/>
      <p:regular r:id="rId16"/>
    </p:embeddedFont>
    <p:embeddedFont>
      <p:font typeface="Open Sauce Bold" charset="1" panose="00000800000000000000"/>
      <p:regular r:id="rId17"/>
    </p:embeddedFont>
    <p:embeddedFont>
      <p:font typeface="Aptos Bold" charset="1" panose="020B0004020202020204"/>
      <p:regular r:id="rId18"/>
    </p:embeddedFont>
    <p:embeddedFont>
      <p:font typeface="Aptos" charset="1" panose="020B0004020202020204"/>
      <p:regular r:id="rId19"/>
    </p:embeddedFont>
    <p:embeddedFont>
      <p:font typeface="Calibri (MS) Bold" charset="1" panose="020F0702030404030204"/>
      <p:regular r:id="rId20"/>
    </p:embeddedFont>
    <p:embeddedFont>
      <p:font typeface="Calibri (MS)" charset="1" panose="020F0502020204030204"/>
      <p:regular r:id="rId21"/>
    </p:embeddedFont>
    <p:embeddedFont>
      <p:font typeface="Arial Bold" charset="1" panose="020B0704020202020204"/>
      <p:regular r:id="rId22"/>
    </p:embeddedFont>
    <p:embeddedFont>
      <p:font typeface="Open Sauce" charset="1" panose="00000500000000000000"/>
      <p:regular r:id="rId23"/>
    </p:embeddedFont>
    <p:embeddedFont>
      <p:font typeface="Arimo Bold" charset="1" panose="020B0704020202020204"/>
      <p:regular r:id="rId24"/>
    </p:embeddedFont>
    <p:embeddedFont>
      <p:font typeface="Arimo" charset="1" panose="020B0604020202020204"/>
      <p:regular r:id="rId25"/>
    </p:embeddedFont>
    <p:embeddedFont>
      <p:font typeface="Montserrat Bold" charset="1" panose="000008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png" Type="http://schemas.openxmlformats.org/officeDocument/2006/relationships/image"/><Relationship Id="rId12" Target="../media/image16.png" Type="http://schemas.openxmlformats.org/officeDocument/2006/relationships/image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png" Type="http://schemas.openxmlformats.org/officeDocument/2006/relationships/image"/><Relationship Id="rId12" Target="../media/image39.png" Type="http://schemas.openxmlformats.org/officeDocument/2006/relationships/image"/><Relationship Id="rId13" Target="../media/image40.png" Type="http://schemas.openxmlformats.org/officeDocument/2006/relationships/image"/><Relationship Id="rId14" Target="../media/image41.png" Type="http://schemas.openxmlformats.org/officeDocument/2006/relationships/image"/><Relationship Id="rId15" Target="../media/image42.png" Type="http://schemas.openxmlformats.org/officeDocument/2006/relationships/image"/><Relationship Id="rId16" Target="../media/image43.png" Type="http://schemas.openxmlformats.org/officeDocument/2006/relationships/image"/><Relationship Id="rId17" Target="../media/image44.png" Type="http://schemas.openxmlformats.org/officeDocument/2006/relationships/image"/><Relationship Id="rId18" Target="../media/image45.png" Type="http://schemas.openxmlformats.org/officeDocument/2006/relationships/image"/><Relationship Id="rId19" Target="../media/image46.png" Type="http://schemas.openxmlformats.org/officeDocument/2006/relationships/image"/><Relationship Id="rId2" Target="../media/image29.png" Type="http://schemas.openxmlformats.org/officeDocument/2006/relationships/image"/><Relationship Id="rId20" Target="../media/image47.png" Type="http://schemas.openxmlformats.org/officeDocument/2006/relationships/image"/><Relationship Id="rId21" Target="../media/image48.png" Type="http://schemas.openxmlformats.org/officeDocument/2006/relationships/image"/><Relationship Id="rId22" Target="../media/image49.png" Type="http://schemas.openxmlformats.org/officeDocument/2006/relationships/image"/><Relationship Id="rId23" Target="../media/image50.png" Type="http://schemas.openxmlformats.org/officeDocument/2006/relationships/image"/><Relationship Id="rId24" Target="../media/image51.png" Type="http://schemas.openxmlformats.org/officeDocument/2006/relationships/image"/><Relationship Id="rId25" Target="../media/image52.png" Type="http://schemas.openxmlformats.org/officeDocument/2006/relationships/image"/><Relationship Id="rId26" Target="../media/image53.png" Type="http://schemas.openxmlformats.org/officeDocument/2006/relationships/image"/><Relationship Id="rId27" Target="../media/image54.png" Type="http://schemas.openxmlformats.org/officeDocument/2006/relationships/image"/><Relationship Id="rId28" Target="../media/image55.png" Type="http://schemas.openxmlformats.org/officeDocument/2006/relationships/image"/><Relationship Id="rId29" Target="../media/image56.sv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34.png" Type="http://schemas.openxmlformats.org/officeDocument/2006/relationships/image"/><Relationship Id="rId8" Target="../media/image35.sv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svg" Type="http://schemas.openxmlformats.org/officeDocument/2006/relationships/image"/><Relationship Id="rId11" Target="../media/image65.png" Type="http://schemas.openxmlformats.org/officeDocument/2006/relationships/image"/><Relationship Id="rId12" Target="../media/image66.svg" Type="http://schemas.openxmlformats.org/officeDocument/2006/relationships/image"/><Relationship Id="rId13" Target="../media/image67.png" Type="http://schemas.openxmlformats.org/officeDocument/2006/relationships/image"/><Relationship Id="rId14" Target="../media/image68.svg" Type="http://schemas.openxmlformats.org/officeDocument/2006/relationships/image"/><Relationship Id="rId15" Target="../media/image69.png" Type="http://schemas.openxmlformats.org/officeDocument/2006/relationships/image"/><Relationship Id="rId16" Target="../media/image70.svg" Type="http://schemas.openxmlformats.org/officeDocument/2006/relationships/image"/><Relationship Id="rId17" Target="../media/image71.png" Type="http://schemas.openxmlformats.org/officeDocument/2006/relationships/image"/><Relationship Id="rId18" Target="../media/image72.svg" Type="http://schemas.openxmlformats.org/officeDocument/2006/relationships/image"/><Relationship Id="rId19" Target="../media/image73.png" Type="http://schemas.openxmlformats.org/officeDocument/2006/relationships/image"/><Relationship Id="rId2" Target="../media/image29.png" Type="http://schemas.openxmlformats.org/officeDocument/2006/relationships/image"/><Relationship Id="rId20" Target="../media/image74.svg" Type="http://schemas.openxmlformats.org/officeDocument/2006/relationships/image"/><Relationship Id="rId21" Target="../media/image75.png" Type="http://schemas.openxmlformats.org/officeDocument/2006/relationships/image"/><Relationship Id="rId22" Target="../media/image76.png" Type="http://schemas.openxmlformats.org/officeDocument/2006/relationships/image"/><Relationship Id="rId23" Target="../media/image77.png" Type="http://schemas.openxmlformats.org/officeDocument/2006/relationships/image"/><Relationship Id="rId24" Target="../media/image78.png" Type="http://schemas.openxmlformats.org/officeDocument/2006/relationships/image"/><Relationship Id="rId25" Target="../media/image79.png" Type="http://schemas.openxmlformats.org/officeDocument/2006/relationships/image"/><Relationship Id="rId26" Target="../media/image80.png" Type="http://schemas.openxmlformats.org/officeDocument/2006/relationships/image"/><Relationship Id="rId27" Target="../media/image81.png" Type="http://schemas.openxmlformats.org/officeDocument/2006/relationships/image"/><Relationship Id="rId28" Target="../media/image82.png" Type="http://schemas.openxmlformats.org/officeDocument/2006/relationships/image"/><Relationship Id="rId29" Target="../media/image83.png" Type="http://schemas.openxmlformats.org/officeDocument/2006/relationships/image"/><Relationship Id="rId3" Target="../media/image57.png" Type="http://schemas.openxmlformats.org/officeDocument/2006/relationships/image"/><Relationship Id="rId30" Target="../media/image84.png" Type="http://schemas.openxmlformats.org/officeDocument/2006/relationships/image"/><Relationship Id="rId31" Target="../media/image85.png" Type="http://schemas.openxmlformats.org/officeDocument/2006/relationships/image"/><Relationship Id="rId32" Target="../media/image86.png" Type="http://schemas.openxmlformats.org/officeDocument/2006/relationships/image"/><Relationship Id="rId33" Target="../media/image87.png" Type="http://schemas.openxmlformats.org/officeDocument/2006/relationships/image"/><Relationship Id="rId34" Target="../media/image88.png" Type="http://schemas.openxmlformats.org/officeDocument/2006/relationships/image"/><Relationship Id="rId35" Target="../media/image89.png" Type="http://schemas.openxmlformats.org/officeDocument/2006/relationships/image"/><Relationship Id="rId36" Target="../media/image90.png" Type="http://schemas.openxmlformats.org/officeDocument/2006/relationships/image"/><Relationship Id="rId37" Target="../media/image91.png" Type="http://schemas.openxmlformats.org/officeDocument/2006/relationships/image"/><Relationship Id="rId38" Target="../media/image92.png" Type="http://schemas.openxmlformats.org/officeDocument/2006/relationships/image"/><Relationship Id="rId39" Target="../media/image93.png" Type="http://schemas.openxmlformats.org/officeDocument/2006/relationships/image"/><Relationship Id="rId4" Target="../media/image58.svg" Type="http://schemas.openxmlformats.org/officeDocument/2006/relationships/image"/><Relationship Id="rId40" Target="../media/image94.png" Type="http://schemas.openxmlformats.org/officeDocument/2006/relationships/image"/><Relationship Id="rId41" Target="../media/image95.png" Type="http://schemas.openxmlformats.org/officeDocument/2006/relationships/image"/><Relationship Id="rId42" Target="../media/image96.png" Type="http://schemas.openxmlformats.org/officeDocument/2006/relationships/image"/><Relationship Id="rId43" Target="../media/image97.png" Type="http://schemas.openxmlformats.org/officeDocument/2006/relationships/image"/><Relationship Id="rId44" Target="../media/image98.png" Type="http://schemas.openxmlformats.org/officeDocument/2006/relationships/image"/><Relationship Id="rId45" Target="../media/image99.png" Type="http://schemas.openxmlformats.org/officeDocument/2006/relationships/image"/><Relationship Id="rId46" Target="../media/image100.png" Type="http://schemas.openxmlformats.org/officeDocument/2006/relationships/image"/><Relationship Id="rId47" Target="../media/image101.png" Type="http://schemas.openxmlformats.org/officeDocument/2006/relationships/image"/><Relationship Id="rId48" Target="../media/image102.jpeg" Type="http://schemas.openxmlformats.org/officeDocument/2006/relationships/image"/><Relationship Id="rId49" Target="../media/image5.jpeg" Type="http://schemas.openxmlformats.org/officeDocument/2006/relationships/image"/><Relationship Id="rId5" Target="../media/image59.png" Type="http://schemas.openxmlformats.org/officeDocument/2006/relationships/image"/><Relationship Id="rId6" Target="../media/image60.svg" Type="http://schemas.openxmlformats.org/officeDocument/2006/relationships/image"/><Relationship Id="rId7" Target="../media/image61.png" Type="http://schemas.openxmlformats.org/officeDocument/2006/relationships/image"/><Relationship Id="rId8" Target="../media/image62.sv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3.png" Type="http://schemas.openxmlformats.org/officeDocument/2006/relationships/image"/><Relationship Id="rId3" Target="../media/image104.svg" Type="http://schemas.openxmlformats.org/officeDocument/2006/relationships/image"/><Relationship Id="rId4" Target="../media/image105.png" Type="http://schemas.openxmlformats.org/officeDocument/2006/relationships/image"/><Relationship Id="rId5" Target="../media/image106.png" Type="http://schemas.openxmlformats.org/officeDocument/2006/relationships/image"/><Relationship Id="rId6" Target="../media/image107.png" Type="http://schemas.openxmlformats.org/officeDocument/2006/relationships/image"/><Relationship Id="rId7" Target="../media/image108.png" Type="http://schemas.openxmlformats.org/officeDocument/2006/relationships/image"/><Relationship Id="rId8" Target="../media/image109.png" Type="http://schemas.openxmlformats.org/officeDocument/2006/relationships/image"/><Relationship Id="rId9" Target="../media/image1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9.png" Type="http://schemas.openxmlformats.org/officeDocument/2006/relationships/image"/><Relationship Id="rId11" Target="../media/image120.svg" Type="http://schemas.openxmlformats.org/officeDocument/2006/relationships/image"/><Relationship Id="rId2" Target="../media/image111.png" Type="http://schemas.openxmlformats.org/officeDocument/2006/relationships/image"/><Relationship Id="rId3" Target="../media/image112.svg" Type="http://schemas.openxmlformats.org/officeDocument/2006/relationships/image"/><Relationship Id="rId4" Target="../media/image113.png" Type="http://schemas.openxmlformats.org/officeDocument/2006/relationships/image"/><Relationship Id="rId5" Target="../media/image114.svg" Type="http://schemas.openxmlformats.org/officeDocument/2006/relationships/image"/><Relationship Id="rId6" Target="../media/image115.png" Type="http://schemas.openxmlformats.org/officeDocument/2006/relationships/image"/><Relationship Id="rId7" Target="../media/image116.svg" Type="http://schemas.openxmlformats.org/officeDocument/2006/relationships/image"/><Relationship Id="rId8" Target="../media/image117.png" Type="http://schemas.openxmlformats.org/officeDocument/2006/relationships/image"/><Relationship Id="rId9" Target="../media/image11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95575" y="-354397"/>
            <a:ext cx="10270617" cy="10995489"/>
            <a:chOff x="0" y="0"/>
            <a:chExt cx="13694156" cy="146606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101" y="251"/>
              <a:ext cx="13694257" cy="14660382"/>
            </a:xfrm>
            <a:custGeom>
              <a:avLst/>
              <a:gdLst/>
              <a:ahLst/>
              <a:cxnLst/>
              <a:rect r="r" b="b" t="t" l="l"/>
              <a:pathLst>
                <a:path h="14660382" w="13694257">
                  <a:moveTo>
                    <a:pt x="13650823" y="14618464"/>
                  </a:moveTo>
                  <a:cubicBezTo>
                    <a:pt x="10180421" y="14669519"/>
                    <a:pt x="6487515" y="14620751"/>
                    <a:pt x="3035528" y="14641578"/>
                  </a:cubicBezTo>
                  <a:cubicBezTo>
                    <a:pt x="2313025" y="14624814"/>
                    <a:pt x="1531848" y="14672694"/>
                    <a:pt x="778611" y="14643356"/>
                  </a:cubicBezTo>
                  <a:cubicBezTo>
                    <a:pt x="609193" y="14625450"/>
                    <a:pt x="-300889" y="14853542"/>
                    <a:pt x="282930" y="14054457"/>
                  </a:cubicBezTo>
                  <a:cubicBezTo>
                    <a:pt x="492480" y="13926314"/>
                    <a:pt x="253593" y="13704446"/>
                    <a:pt x="324840" y="13502261"/>
                  </a:cubicBezTo>
                  <a:cubicBezTo>
                    <a:pt x="587730" y="13238482"/>
                    <a:pt x="283819" y="12842497"/>
                    <a:pt x="114655" y="12441558"/>
                  </a:cubicBezTo>
                  <a:cubicBezTo>
                    <a:pt x="100558" y="12108309"/>
                    <a:pt x="375767" y="11840085"/>
                    <a:pt x="206095" y="11485121"/>
                  </a:cubicBezTo>
                  <a:cubicBezTo>
                    <a:pt x="221589" y="11316592"/>
                    <a:pt x="212572" y="11020300"/>
                    <a:pt x="56362" y="10878696"/>
                  </a:cubicBezTo>
                  <a:cubicBezTo>
                    <a:pt x="-160300" y="10761729"/>
                    <a:pt x="322173" y="10404097"/>
                    <a:pt x="256514" y="10083548"/>
                  </a:cubicBezTo>
                  <a:cubicBezTo>
                    <a:pt x="275818" y="9788147"/>
                    <a:pt x="252450" y="9445755"/>
                    <a:pt x="193522" y="9096377"/>
                  </a:cubicBezTo>
                  <a:cubicBezTo>
                    <a:pt x="208508" y="8976489"/>
                    <a:pt x="274421" y="8866254"/>
                    <a:pt x="248386" y="8751064"/>
                  </a:cubicBezTo>
                  <a:cubicBezTo>
                    <a:pt x="257149" y="8583171"/>
                    <a:pt x="470255" y="8415149"/>
                    <a:pt x="313156" y="8274434"/>
                  </a:cubicBezTo>
                  <a:cubicBezTo>
                    <a:pt x="285851" y="8250684"/>
                    <a:pt x="317601" y="8210552"/>
                    <a:pt x="351891" y="8167499"/>
                  </a:cubicBezTo>
                  <a:cubicBezTo>
                    <a:pt x="327507" y="8145274"/>
                    <a:pt x="127990" y="7814312"/>
                    <a:pt x="215874" y="7678296"/>
                  </a:cubicBezTo>
                  <a:cubicBezTo>
                    <a:pt x="210921" y="7531484"/>
                    <a:pt x="386816" y="7548501"/>
                    <a:pt x="216509" y="7228081"/>
                  </a:cubicBezTo>
                  <a:cubicBezTo>
                    <a:pt x="103352" y="7196458"/>
                    <a:pt x="464159" y="6803393"/>
                    <a:pt x="618718" y="6510022"/>
                  </a:cubicBezTo>
                  <a:cubicBezTo>
                    <a:pt x="573633" y="6342891"/>
                    <a:pt x="688187" y="6199635"/>
                    <a:pt x="736574" y="6030724"/>
                  </a:cubicBezTo>
                  <a:cubicBezTo>
                    <a:pt x="788136" y="5785106"/>
                    <a:pt x="735939" y="5634485"/>
                    <a:pt x="1003655" y="5414901"/>
                  </a:cubicBezTo>
                  <a:cubicBezTo>
                    <a:pt x="1082268" y="5244849"/>
                    <a:pt x="883132" y="5051427"/>
                    <a:pt x="982827" y="4792093"/>
                  </a:cubicBezTo>
                  <a:cubicBezTo>
                    <a:pt x="939393" y="4757168"/>
                    <a:pt x="1061694" y="4717925"/>
                    <a:pt x="983081" y="4658743"/>
                  </a:cubicBezTo>
                  <a:cubicBezTo>
                    <a:pt x="948156" y="4611880"/>
                    <a:pt x="878179" y="4621532"/>
                    <a:pt x="946124" y="4523616"/>
                  </a:cubicBezTo>
                  <a:cubicBezTo>
                    <a:pt x="921740" y="4484373"/>
                    <a:pt x="1024737" y="4202051"/>
                    <a:pt x="970127" y="3997836"/>
                  </a:cubicBezTo>
                  <a:cubicBezTo>
                    <a:pt x="960729" y="3973198"/>
                    <a:pt x="1114907" y="3885567"/>
                    <a:pt x="1053693" y="3825242"/>
                  </a:cubicBezTo>
                  <a:cubicBezTo>
                    <a:pt x="1122908" y="3684780"/>
                    <a:pt x="896594" y="3600706"/>
                    <a:pt x="1088237" y="3279523"/>
                  </a:cubicBezTo>
                  <a:cubicBezTo>
                    <a:pt x="977493" y="3199513"/>
                    <a:pt x="1018133" y="3104009"/>
                    <a:pt x="1008481" y="3010156"/>
                  </a:cubicBezTo>
                  <a:cubicBezTo>
                    <a:pt x="1137767" y="2857756"/>
                    <a:pt x="1189075" y="2537970"/>
                    <a:pt x="1477111" y="1964946"/>
                  </a:cubicBezTo>
                  <a:cubicBezTo>
                    <a:pt x="1629511" y="1765683"/>
                    <a:pt x="1610715" y="1466090"/>
                    <a:pt x="1805660" y="958344"/>
                  </a:cubicBezTo>
                  <a:cubicBezTo>
                    <a:pt x="1745589" y="893574"/>
                    <a:pt x="2058898" y="916180"/>
                    <a:pt x="2270861" y="500763"/>
                  </a:cubicBezTo>
                  <a:cubicBezTo>
                    <a:pt x="2235047" y="343918"/>
                    <a:pt x="2471648" y="198884"/>
                    <a:pt x="2371699" y="22354"/>
                  </a:cubicBezTo>
                  <a:cubicBezTo>
                    <a:pt x="3323183" y="44579"/>
                    <a:pt x="4479137" y="20576"/>
                    <a:pt x="5636996" y="27053"/>
                  </a:cubicBezTo>
                  <a:cubicBezTo>
                    <a:pt x="7977733" y="35562"/>
                    <a:pt x="10150068" y="29720"/>
                    <a:pt x="12459436" y="27688"/>
                  </a:cubicBezTo>
                  <a:cubicBezTo>
                    <a:pt x="14179397" y="239016"/>
                    <a:pt x="13548589" y="-1361311"/>
                    <a:pt x="13694257" y="5295775"/>
                  </a:cubicBezTo>
                  <a:cubicBezTo>
                    <a:pt x="13615644" y="8332980"/>
                    <a:pt x="13739723" y="11747121"/>
                    <a:pt x="13650823" y="14618719"/>
                  </a:cubicBezTo>
                  <a:close/>
                </a:path>
              </a:pathLst>
            </a:custGeom>
            <a:blipFill>
              <a:blip r:embed="rId2"/>
              <a:stretch>
                <a:fillRect l="-3528" t="-1" r="-352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88305" y="-1513361"/>
            <a:ext cx="13313731" cy="13313731"/>
            <a:chOff x="0" y="0"/>
            <a:chExt cx="17751641" cy="177516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51552" cy="17751552"/>
            </a:xfrm>
            <a:custGeom>
              <a:avLst/>
              <a:gdLst/>
              <a:ahLst/>
              <a:cxnLst/>
              <a:rect r="r" b="b" t="t" l="l"/>
              <a:pathLst>
                <a:path h="17751552" w="17751552">
                  <a:moveTo>
                    <a:pt x="8875776" y="0"/>
                  </a:moveTo>
                  <a:cubicBezTo>
                    <a:pt x="3973830" y="0"/>
                    <a:pt x="0" y="3973830"/>
                    <a:pt x="0" y="8875776"/>
                  </a:cubicBezTo>
                  <a:cubicBezTo>
                    <a:pt x="0" y="13777722"/>
                    <a:pt x="3973830" y="17751552"/>
                    <a:pt x="8875776" y="17751552"/>
                  </a:cubicBezTo>
                  <a:cubicBezTo>
                    <a:pt x="13777722" y="17751552"/>
                    <a:pt x="17751552" y="13777722"/>
                    <a:pt x="17751552" y="8875776"/>
                  </a:cubicBezTo>
                  <a:cubicBezTo>
                    <a:pt x="17751552" y="3973830"/>
                    <a:pt x="13777849" y="0"/>
                    <a:pt x="8875776" y="0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144000" y="-3427266"/>
            <a:ext cx="12442527" cy="13714266"/>
          </a:xfrm>
          <a:custGeom>
            <a:avLst/>
            <a:gdLst/>
            <a:ahLst/>
            <a:cxnLst/>
            <a:rect r="r" b="b" t="t" l="l"/>
            <a:pathLst>
              <a:path h="13714266" w="12442527">
                <a:moveTo>
                  <a:pt x="0" y="0"/>
                </a:moveTo>
                <a:lnTo>
                  <a:pt x="12442527" y="0"/>
                </a:lnTo>
                <a:lnTo>
                  <a:pt x="12442527" y="13714266"/>
                </a:lnTo>
                <a:lnTo>
                  <a:pt x="0" y="137142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207105" y="2944644"/>
            <a:ext cx="5246389" cy="5246370"/>
            <a:chOff x="0" y="0"/>
            <a:chExt cx="6995185" cy="6995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95160" cy="6995160"/>
            </a:xfrm>
            <a:custGeom>
              <a:avLst/>
              <a:gdLst/>
              <a:ahLst/>
              <a:cxnLst/>
              <a:rect r="r" b="b" t="t" l="l"/>
              <a:pathLst>
                <a:path h="6995160" w="6995160">
                  <a:moveTo>
                    <a:pt x="6995160" y="3497580"/>
                  </a:moveTo>
                  <a:cubicBezTo>
                    <a:pt x="6995160" y="5429123"/>
                    <a:pt x="5429250" y="6995160"/>
                    <a:pt x="3497580" y="6995160"/>
                  </a:cubicBezTo>
                  <a:cubicBezTo>
                    <a:pt x="1565910" y="6995160"/>
                    <a:pt x="0" y="5429250"/>
                    <a:pt x="0" y="3497580"/>
                  </a:cubicBezTo>
                  <a:cubicBezTo>
                    <a:pt x="0" y="1565910"/>
                    <a:pt x="1565910" y="0"/>
                    <a:pt x="3497580" y="0"/>
                  </a:cubicBezTo>
                  <a:cubicBezTo>
                    <a:pt x="5429250" y="0"/>
                    <a:pt x="6995160" y="1565910"/>
                    <a:pt x="6995160" y="3497580"/>
                  </a:cubicBezTo>
                  <a:close/>
                </a:path>
              </a:pathLst>
            </a:custGeom>
            <a:blipFill>
              <a:blip r:embed="rId5"/>
              <a:stretch>
                <a:fillRect l="-16666" t="0" r="-16666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502291" y="2571845"/>
            <a:ext cx="8295770" cy="414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00"/>
              </a:lnSpc>
            </a:pPr>
            <a:r>
              <a:rPr lang="en-US" b="true" sz="15000" spc="-675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QUEM SOU EU?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2291" y="6815204"/>
            <a:ext cx="829577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 NO QUE TRABALHO?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99713"/>
            <a:ext cx="18363945" cy="10329977"/>
            <a:chOff x="0" y="0"/>
            <a:chExt cx="16255594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55619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5619">
                  <a:moveTo>
                    <a:pt x="0" y="0"/>
                  </a:moveTo>
                  <a:lnTo>
                    <a:pt x="16255619" y="0"/>
                  </a:lnTo>
                  <a:lnTo>
                    <a:pt x="16255619" y="9144000"/>
                  </a:lnTo>
                  <a:lnTo>
                    <a:pt x="0" y="9144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247919" cy="10329977"/>
            <a:chOff x="0" y="0"/>
            <a:chExt cx="219456" cy="914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" cy="9144000"/>
            </a:xfrm>
            <a:custGeom>
              <a:avLst/>
              <a:gdLst/>
              <a:ahLst/>
              <a:cxnLst/>
              <a:rect r="r" b="b" t="t" l="l"/>
              <a:pathLst>
                <a:path h="9144000" w="219456">
                  <a:moveTo>
                    <a:pt x="0" y="0"/>
                  </a:moveTo>
                  <a:lnTo>
                    <a:pt x="219456" y="0"/>
                  </a:lnTo>
                  <a:lnTo>
                    <a:pt x="219456" y="9144000"/>
                  </a:lnTo>
                  <a:lnTo>
                    <a:pt x="0" y="9144000"/>
                  </a:lnTo>
                  <a:close/>
                </a:path>
              </a:pathLst>
            </a:custGeom>
            <a:solidFill>
              <a:srgbClr val="42B28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57532" y="853945"/>
            <a:ext cx="5578188" cy="8195115"/>
            <a:chOff x="0" y="0"/>
            <a:chExt cx="4937760" cy="72542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37760" cy="7254240"/>
            </a:xfrm>
            <a:custGeom>
              <a:avLst/>
              <a:gdLst/>
              <a:ahLst/>
              <a:cxnLst/>
              <a:rect r="r" b="b" t="t" l="l"/>
              <a:pathLst>
                <a:path h="7254240" w="493776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lnTo>
                    <a:pt x="4114800" y="0"/>
                  </a:lnTo>
                  <a:cubicBezTo>
                    <a:pt x="4569333" y="0"/>
                    <a:pt x="4937760" y="368427"/>
                    <a:pt x="4937760" y="822960"/>
                  </a:cubicBezTo>
                  <a:lnTo>
                    <a:pt x="4937760" y="6431280"/>
                  </a:lnTo>
                  <a:cubicBezTo>
                    <a:pt x="4937760" y="6885813"/>
                    <a:pt x="4569333" y="7254240"/>
                    <a:pt x="4114800" y="7254240"/>
                  </a:cubicBezTo>
                  <a:lnTo>
                    <a:pt x="822960" y="7254240"/>
                  </a:lnTo>
                  <a:cubicBezTo>
                    <a:pt x="368427" y="7254240"/>
                    <a:pt x="0" y="6885813"/>
                    <a:pt x="0" y="6431280"/>
                  </a:cubicBezTo>
                  <a:close/>
                </a:path>
              </a:pathLst>
            </a:custGeom>
            <a:solidFill>
              <a:srgbClr val="F2F6F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70731" y="7878329"/>
            <a:ext cx="4751790" cy="757532"/>
            <a:chOff x="0" y="0"/>
            <a:chExt cx="4206240" cy="6705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06240" cy="670560"/>
            </a:xfrm>
            <a:custGeom>
              <a:avLst/>
              <a:gdLst/>
              <a:ahLst/>
              <a:cxnLst/>
              <a:rect r="r" b="b" t="t" l="l"/>
              <a:pathLst>
                <a:path h="670560" w="4206240">
                  <a:moveTo>
                    <a:pt x="0" y="111760"/>
                  </a:moveTo>
                  <a:cubicBezTo>
                    <a:pt x="0" y="50038"/>
                    <a:pt x="50038" y="0"/>
                    <a:pt x="111760" y="0"/>
                  </a:cubicBezTo>
                  <a:lnTo>
                    <a:pt x="4094480" y="0"/>
                  </a:lnTo>
                  <a:cubicBezTo>
                    <a:pt x="4156202" y="0"/>
                    <a:pt x="4206240" y="50038"/>
                    <a:pt x="4206240" y="111760"/>
                  </a:cubicBezTo>
                  <a:lnTo>
                    <a:pt x="4206240" y="558800"/>
                  </a:lnTo>
                  <a:cubicBezTo>
                    <a:pt x="4206240" y="620522"/>
                    <a:pt x="4156202" y="670560"/>
                    <a:pt x="4094480" y="670560"/>
                  </a:cubicBezTo>
                  <a:lnTo>
                    <a:pt x="111760" y="670560"/>
                  </a:lnTo>
                  <a:cubicBezTo>
                    <a:pt x="50038" y="670560"/>
                    <a:pt x="0" y="620522"/>
                    <a:pt x="0" y="558800"/>
                  </a:cubicBezTo>
                  <a:close/>
                </a:path>
              </a:pathLst>
            </a:custGeom>
            <a:solidFill>
              <a:srgbClr val="42B28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9784" y="7974743"/>
            <a:ext cx="4407457" cy="482066"/>
            <a:chOff x="0" y="0"/>
            <a:chExt cx="3901440" cy="426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01440" cy="426720"/>
            </a:xfrm>
            <a:custGeom>
              <a:avLst/>
              <a:gdLst/>
              <a:ahLst/>
              <a:cxnLst/>
              <a:rect r="r" b="b" t="t" l="l"/>
              <a:pathLst>
                <a:path h="4267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426720"/>
                  </a:lnTo>
                  <a:lnTo>
                    <a:pt x="0" y="426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3901440" cy="426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99"/>
                </a:lnSpc>
              </a:pPr>
              <a:r>
                <a:rPr lang="en-US" sz="99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TECNOLOGIA • DESENVOLVIMENTO • EVOLUÇÃO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093251" y="964131"/>
            <a:ext cx="10192244" cy="38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sz="1958" b="true">
                <a:solidFill>
                  <a:srgbClr val="42B285"/>
                </a:solidFill>
                <a:latin typeface="Aptos Bold"/>
                <a:ea typeface="Aptos Bold"/>
                <a:cs typeface="Aptos Bold"/>
                <a:sym typeface="Aptos Bold"/>
              </a:rPr>
              <a:t>QUEM SOU EU?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93251" y="1473743"/>
            <a:ext cx="10192244" cy="716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3"/>
              </a:lnSpc>
            </a:pPr>
            <a:r>
              <a:rPr lang="en-US" sz="4669" b="true">
                <a:solidFill>
                  <a:srgbClr val="141D24"/>
                </a:solidFill>
                <a:latin typeface="Aptos Bold"/>
                <a:ea typeface="Aptos Bold"/>
                <a:cs typeface="Aptos Bold"/>
                <a:sym typeface="Aptos Bold"/>
              </a:rPr>
              <a:t>Rhyan Lemos Silveira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93251" y="2382781"/>
            <a:ext cx="10054511" cy="440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2"/>
              </a:lnSpc>
            </a:pPr>
            <a:r>
              <a:rPr lang="en-US" sz="2410" b="true">
                <a:solidFill>
                  <a:srgbClr val="525E67"/>
                </a:solidFill>
                <a:latin typeface="Aptos Bold"/>
                <a:ea typeface="Aptos Bold"/>
                <a:cs typeface="Aptos Bold"/>
                <a:sym typeface="Aptos Bold"/>
              </a:rPr>
              <a:t>Desenvolvedor Full Stack  •  Sistemas de Informação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955518" y="3098993"/>
            <a:ext cx="10398844" cy="34433"/>
            <a:chOff x="0" y="0"/>
            <a:chExt cx="9204960" cy="304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204960" cy="30480"/>
            </a:xfrm>
            <a:custGeom>
              <a:avLst/>
              <a:gdLst/>
              <a:ahLst/>
              <a:cxnLst/>
              <a:rect r="r" b="b" t="t" l="l"/>
              <a:pathLst>
                <a:path h="30480" w="9204960">
                  <a:moveTo>
                    <a:pt x="0" y="0"/>
                  </a:moveTo>
                  <a:lnTo>
                    <a:pt x="9204960" y="0"/>
                  </a:lnTo>
                  <a:lnTo>
                    <a:pt x="9204960" y="30480"/>
                  </a:lnTo>
                  <a:lnTo>
                    <a:pt x="0" y="30480"/>
                  </a:lnTo>
                  <a:close/>
                </a:path>
              </a:pathLst>
            </a:custGeom>
            <a:solidFill>
              <a:srgbClr val="42B28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955518" y="3553512"/>
            <a:ext cx="4985936" cy="1900716"/>
            <a:chOff x="0" y="0"/>
            <a:chExt cx="4413504" cy="16824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13504" cy="1682496"/>
            </a:xfrm>
            <a:custGeom>
              <a:avLst/>
              <a:gdLst/>
              <a:ahLst/>
              <a:cxnLst/>
              <a:rect r="r" b="b" t="t" l="l"/>
              <a:pathLst>
                <a:path h="1682496" w="4413504">
                  <a:moveTo>
                    <a:pt x="0" y="280416"/>
                  </a:moveTo>
                  <a:cubicBezTo>
                    <a:pt x="0" y="125603"/>
                    <a:pt x="125603" y="0"/>
                    <a:pt x="280416" y="0"/>
                  </a:cubicBezTo>
                  <a:lnTo>
                    <a:pt x="4133088" y="0"/>
                  </a:lnTo>
                  <a:cubicBezTo>
                    <a:pt x="4287901" y="0"/>
                    <a:pt x="4413504" y="125603"/>
                    <a:pt x="4413504" y="280416"/>
                  </a:cubicBezTo>
                  <a:lnTo>
                    <a:pt x="4413504" y="1402080"/>
                  </a:lnTo>
                  <a:cubicBezTo>
                    <a:pt x="4413504" y="1556893"/>
                    <a:pt x="4287901" y="1682496"/>
                    <a:pt x="4133088" y="1682496"/>
                  </a:cubicBezTo>
                  <a:lnTo>
                    <a:pt x="280416" y="1682496"/>
                  </a:lnTo>
                  <a:cubicBezTo>
                    <a:pt x="125603" y="1682496"/>
                    <a:pt x="0" y="1556893"/>
                    <a:pt x="0" y="1402080"/>
                  </a:cubicBezTo>
                  <a:close/>
                </a:path>
              </a:pathLst>
            </a:custGeom>
            <a:solidFill>
              <a:srgbClr val="F2F6F4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7410037" y="3897845"/>
            <a:ext cx="2842371" cy="215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7"/>
              </a:lnSpc>
            </a:pPr>
            <a:r>
              <a:rPr lang="en-US" sz="1506" b="true">
                <a:solidFill>
                  <a:srgbClr val="42B285"/>
                </a:solidFill>
                <a:latin typeface="Aptos Bold"/>
                <a:ea typeface="Aptos Bold"/>
                <a:cs typeface="Aptos Bold"/>
                <a:sym typeface="Aptos Bold"/>
              </a:rPr>
              <a:t>ATUAÇÃO ATUAL (1 ano 5 meses)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10037" y="4338591"/>
            <a:ext cx="3994258" cy="303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3"/>
              </a:lnSpc>
            </a:pPr>
            <a:r>
              <a:rPr lang="en-US" sz="2711" b="true">
                <a:solidFill>
                  <a:srgbClr val="141D24"/>
                </a:solidFill>
                <a:latin typeface="Aptos Bold"/>
                <a:ea typeface="Aptos Bold"/>
                <a:cs typeface="Aptos Bold"/>
                <a:sym typeface="Aptos Bold"/>
              </a:rPr>
              <a:t>REVIO Tecnologia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10037" y="4848203"/>
            <a:ext cx="3994258" cy="234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8"/>
              </a:lnSpc>
            </a:pPr>
            <a:r>
              <a:rPr lang="en-US" sz="1732">
                <a:solidFill>
                  <a:srgbClr val="525E67"/>
                </a:solidFill>
                <a:latin typeface="Aptos"/>
                <a:ea typeface="Aptos"/>
                <a:cs typeface="Aptos"/>
                <a:sym typeface="Aptos"/>
              </a:rPr>
              <a:t>Desenvolvimento Full Stack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189373" y="3553512"/>
            <a:ext cx="5123669" cy="1900716"/>
            <a:chOff x="0" y="0"/>
            <a:chExt cx="4535424" cy="16824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35424" cy="1682496"/>
            </a:xfrm>
            <a:custGeom>
              <a:avLst/>
              <a:gdLst/>
              <a:ahLst/>
              <a:cxnLst/>
              <a:rect r="r" b="b" t="t" l="l"/>
              <a:pathLst>
                <a:path h="1682496" w="4535424">
                  <a:moveTo>
                    <a:pt x="0" y="280416"/>
                  </a:moveTo>
                  <a:cubicBezTo>
                    <a:pt x="0" y="125603"/>
                    <a:pt x="125603" y="0"/>
                    <a:pt x="280416" y="0"/>
                  </a:cubicBezTo>
                  <a:lnTo>
                    <a:pt x="4255008" y="0"/>
                  </a:lnTo>
                  <a:cubicBezTo>
                    <a:pt x="4409821" y="0"/>
                    <a:pt x="4535424" y="125603"/>
                    <a:pt x="4535424" y="280416"/>
                  </a:cubicBezTo>
                  <a:lnTo>
                    <a:pt x="4535424" y="1402080"/>
                  </a:lnTo>
                  <a:cubicBezTo>
                    <a:pt x="4535424" y="1556893"/>
                    <a:pt x="4409821" y="1682496"/>
                    <a:pt x="4255008" y="1682496"/>
                  </a:cubicBezTo>
                  <a:lnTo>
                    <a:pt x="280416" y="1682496"/>
                  </a:lnTo>
                  <a:cubicBezTo>
                    <a:pt x="125603" y="1682496"/>
                    <a:pt x="0" y="1556893"/>
                    <a:pt x="0" y="1402080"/>
                  </a:cubicBezTo>
                  <a:close/>
                </a:path>
              </a:pathLst>
            </a:custGeom>
            <a:solidFill>
              <a:srgbClr val="F2F6F4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643892" y="3897845"/>
            <a:ext cx="4131991" cy="20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7"/>
              </a:lnSpc>
            </a:pPr>
            <a:r>
              <a:rPr lang="en-US" sz="1506" b="true">
                <a:solidFill>
                  <a:srgbClr val="42B285"/>
                </a:solidFill>
                <a:latin typeface="Aptos Bold"/>
                <a:ea typeface="Aptos Bold"/>
                <a:cs typeface="Aptos Bold"/>
                <a:sym typeface="Aptos Bold"/>
              </a:rPr>
              <a:t>FORMAÇÃO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43892" y="4348116"/>
            <a:ext cx="4131991" cy="293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560" b="true">
                <a:solidFill>
                  <a:srgbClr val="141D24"/>
                </a:solidFill>
                <a:latin typeface="Aptos Bold"/>
                <a:ea typeface="Aptos Bold"/>
                <a:cs typeface="Aptos Bold"/>
                <a:sym typeface="Aptos Bold"/>
              </a:rPr>
              <a:t>Sistemas de Informação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643892" y="4848203"/>
            <a:ext cx="2847519" cy="258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8"/>
              </a:lnSpc>
            </a:pPr>
            <a:r>
              <a:rPr lang="en-US" sz="1732">
                <a:solidFill>
                  <a:srgbClr val="525E67"/>
                </a:solidFill>
                <a:latin typeface="Aptos"/>
                <a:ea typeface="Aptos"/>
                <a:cs typeface="Aptos"/>
                <a:sym typeface="Aptos"/>
              </a:rPr>
              <a:t>ENIAC - Previsto para 07/2027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093251" y="5950067"/>
            <a:ext cx="9916778" cy="303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9"/>
              </a:lnSpc>
            </a:pPr>
            <a:r>
              <a:rPr lang="en-US" sz="1807" b="true">
                <a:solidFill>
                  <a:srgbClr val="42B285"/>
                </a:solidFill>
                <a:latin typeface="Aptos Bold"/>
                <a:ea typeface="Aptos Bold"/>
                <a:cs typeface="Aptos Bold"/>
                <a:sym typeface="Aptos Bold"/>
              </a:rPr>
              <a:t>COMO EU TRABALHO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948345" y="6493826"/>
            <a:ext cx="2300716" cy="1970156"/>
            <a:chOff x="0" y="0"/>
            <a:chExt cx="2036572" cy="17439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36572" cy="1744091"/>
            </a:xfrm>
            <a:custGeom>
              <a:avLst/>
              <a:gdLst/>
              <a:ahLst/>
              <a:cxnLst/>
              <a:rect r="r" b="b" t="t" l="l"/>
              <a:pathLst>
                <a:path h="1744091" w="2036572">
                  <a:moveTo>
                    <a:pt x="0" y="290703"/>
                  </a:moveTo>
                  <a:cubicBezTo>
                    <a:pt x="0" y="130175"/>
                    <a:pt x="130175" y="0"/>
                    <a:pt x="290703" y="0"/>
                  </a:cubicBezTo>
                  <a:lnTo>
                    <a:pt x="1745869" y="0"/>
                  </a:lnTo>
                  <a:cubicBezTo>
                    <a:pt x="1906397" y="0"/>
                    <a:pt x="2036572" y="130175"/>
                    <a:pt x="2036572" y="290703"/>
                  </a:cubicBezTo>
                  <a:lnTo>
                    <a:pt x="2036572" y="1453388"/>
                  </a:lnTo>
                  <a:cubicBezTo>
                    <a:pt x="2036572" y="1613916"/>
                    <a:pt x="1906397" y="1744091"/>
                    <a:pt x="1745869" y="1744091"/>
                  </a:cubicBezTo>
                  <a:lnTo>
                    <a:pt x="290703" y="1744091"/>
                  </a:lnTo>
                  <a:cubicBezTo>
                    <a:pt x="130175" y="1743964"/>
                    <a:pt x="0" y="1613789"/>
                    <a:pt x="0" y="1453261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42B285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7299851" y="6762692"/>
            <a:ext cx="344333" cy="24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7"/>
              </a:lnSpc>
            </a:pPr>
            <a:r>
              <a:rPr lang="en-US" sz="1506" b="true">
                <a:solidFill>
                  <a:srgbClr val="42B285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299851" y="7203438"/>
            <a:ext cx="171968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true">
                <a:solidFill>
                  <a:srgbClr val="141D24"/>
                </a:solidFill>
                <a:latin typeface="Aptos Bold"/>
                <a:ea typeface="Aptos Bold"/>
                <a:cs typeface="Aptos Bold"/>
                <a:sym typeface="Aptos Bold"/>
              </a:rPr>
              <a:t>Desenvolvimento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301847" y="7555863"/>
            <a:ext cx="1597703" cy="353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8"/>
              </a:lnSpc>
            </a:pPr>
            <a:r>
              <a:rPr lang="en-US" sz="1265">
                <a:solidFill>
                  <a:srgbClr val="525E67"/>
                </a:solidFill>
                <a:latin typeface="Aptos"/>
                <a:ea typeface="Aptos"/>
                <a:cs typeface="Aptos"/>
                <a:sym typeface="Aptos"/>
              </a:rPr>
              <a:t>Criação e evolução de aplicações e APIs.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537726" y="6493826"/>
            <a:ext cx="2300716" cy="1970156"/>
            <a:chOff x="0" y="0"/>
            <a:chExt cx="2036572" cy="174396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36572" cy="1744091"/>
            </a:xfrm>
            <a:custGeom>
              <a:avLst/>
              <a:gdLst/>
              <a:ahLst/>
              <a:cxnLst/>
              <a:rect r="r" b="b" t="t" l="l"/>
              <a:pathLst>
                <a:path h="1744091" w="2036572">
                  <a:moveTo>
                    <a:pt x="0" y="290703"/>
                  </a:moveTo>
                  <a:cubicBezTo>
                    <a:pt x="0" y="130175"/>
                    <a:pt x="130175" y="0"/>
                    <a:pt x="290703" y="0"/>
                  </a:cubicBezTo>
                  <a:lnTo>
                    <a:pt x="1745869" y="0"/>
                  </a:lnTo>
                  <a:cubicBezTo>
                    <a:pt x="1906397" y="0"/>
                    <a:pt x="2036572" y="130175"/>
                    <a:pt x="2036572" y="290703"/>
                  </a:cubicBezTo>
                  <a:lnTo>
                    <a:pt x="2036572" y="1453388"/>
                  </a:lnTo>
                  <a:cubicBezTo>
                    <a:pt x="2036572" y="1613916"/>
                    <a:pt x="1906397" y="1744091"/>
                    <a:pt x="1745869" y="1744091"/>
                  </a:cubicBezTo>
                  <a:lnTo>
                    <a:pt x="290703" y="1744091"/>
                  </a:lnTo>
                  <a:cubicBezTo>
                    <a:pt x="130175" y="1743964"/>
                    <a:pt x="0" y="1613789"/>
                    <a:pt x="0" y="1453261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42B285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9889232" y="6762692"/>
            <a:ext cx="344333" cy="24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7"/>
              </a:lnSpc>
            </a:pPr>
            <a:r>
              <a:rPr lang="en-US" sz="1506" b="true">
                <a:solidFill>
                  <a:srgbClr val="42B285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889232" y="7193913"/>
            <a:ext cx="1597703" cy="450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4"/>
              </a:lnSpc>
            </a:pPr>
            <a:r>
              <a:rPr lang="en-US" sz="1687" b="true">
                <a:solidFill>
                  <a:srgbClr val="141D24"/>
                </a:solidFill>
                <a:latin typeface="Aptos Bold"/>
                <a:ea typeface="Aptos Bold"/>
                <a:cs typeface="Aptos Bold"/>
                <a:sym typeface="Aptos Bold"/>
              </a:rPr>
              <a:t>Versionamento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858660" y="7515436"/>
            <a:ext cx="1597703" cy="569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8"/>
              </a:lnSpc>
            </a:pPr>
            <a:r>
              <a:rPr lang="en-US" sz="1265">
                <a:solidFill>
                  <a:srgbClr val="525E67"/>
                </a:solidFill>
                <a:latin typeface="Aptos"/>
                <a:ea typeface="Aptos"/>
                <a:cs typeface="Aptos"/>
                <a:sym typeface="Aptos"/>
              </a:rPr>
              <a:t>Git para controle, histórico e colaboração.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127107" y="6493826"/>
            <a:ext cx="2300716" cy="1970156"/>
            <a:chOff x="0" y="0"/>
            <a:chExt cx="2036572" cy="174396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36572" cy="1744091"/>
            </a:xfrm>
            <a:custGeom>
              <a:avLst/>
              <a:gdLst/>
              <a:ahLst/>
              <a:cxnLst/>
              <a:rect r="r" b="b" t="t" l="l"/>
              <a:pathLst>
                <a:path h="1744091" w="2036572">
                  <a:moveTo>
                    <a:pt x="0" y="290703"/>
                  </a:moveTo>
                  <a:cubicBezTo>
                    <a:pt x="0" y="130175"/>
                    <a:pt x="130175" y="0"/>
                    <a:pt x="290703" y="0"/>
                  </a:cubicBezTo>
                  <a:lnTo>
                    <a:pt x="1745869" y="0"/>
                  </a:lnTo>
                  <a:cubicBezTo>
                    <a:pt x="1906397" y="0"/>
                    <a:pt x="2036572" y="130175"/>
                    <a:pt x="2036572" y="290703"/>
                  </a:cubicBezTo>
                  <a:lnTo>
                    <a:pt x="2036572" y="1453388"/>
                  </a:lnTo>
                  <a:cubicBezTo>
                    <a:pt x="2036572" y="1613916"/>
                    <a:pt x="1906397" y="1744091"/>
                    <a:pt x="1745869" y="1744091"/>
                  </a:cubicBezTo>
                  <a:lnTo>
                    <a:pt x="290703" y="1744091"/>
                  </a:lnTo>
                  <a:cubicBezTo>
                    <a:pt x="130175" y="1743964"/>
                    <a:pt x="0" y="1613789"/>
                    <a:pt x="0" y="1453261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42B285"/>
              </a:solidFill>
              <a:prstDash val="solid"/>
              <a:miter/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12478613" y="6762692"/>
            <a:ext cx="344333" cy="24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7"/>
              </a:lnSpc>
            </a:pPr>
            <a:r>
              <a:rPr lang="en-US" sz="1506" b="true">
                <a:solidFill>
                  <a:srgbClr val="42B285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478613" y="7193913"/>
            <a:ext cx="1597703" cy="450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4"/>
              </a:lnSpc>
            </a:pPr>
            <a:r>
              <a:rPr lang="en-US" sz="1687" b="true">
                <a:solidFill>
                  <a:srgbClr val="141D24"/>
                </a:solidFill>
                <a:latin typeface="Aptos Bold"/>
                <a:ea typeface="Aptos Bold"/>
                <a:cs typeface="Aptos Bold"/>
                <a:sym typeface="Aptos Bold"/>
              </a:rPr>
              <a:t>Sustentação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448041" y="7555863"/>
            <a:ext cx="1597703" cy="569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8"/>
              </a:lnSpc>
            </a:pPr>
            <a:r>
              <a:rPr lang="en-US" sz="1265">
                <a:solidFill>
                  <a:srgbClr val="525E67"/>
                </a:solidFill>
                <a:latin typeface="Aptos"/>
                <a:ea typeface="Aptos"/>
                <a:cs typeface="Aptos"/>
                <a:sym typeface="Aptos"/>
              </a:rPr>
              <a:t>Correção de problemas e melhoria de performance.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4716488" y="6493826"/>
            <a:ext cx="2300716" cy="1970156"/>
            <a:chOff x="0" y="0"/>
            <a:chExt cx="2036572" cy="174396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36572" cy="1744091"/>
            </a:xfrm>
            <a:custGeom>
              <a:avLst/>
              <a:gdLst/>
              <a:ahLst/>
              <a:cxnLst/>
              <a:rect r="r" b="b" t="t" l="l"/>
              <a:pathLst>
                <a:path h="1744091" w="2036572">
                  <a:moveTo>
                    <a:pt x="0" y="290703"/>
                  </a:moveTo>
                  <a:cubicBezTo>
                    <a:pt x="0" y="130175"/>
                    <a:pt x="130175" y="0"/>
                    <a:pt x="290703" y="0"/>
                  </a:cubicBezTo>
                  <a:lnTo>
                    <a:pt x="1745869" y="0"/>
                  </a:lnTo>
                  <a:cubicBezTo>
                    <a:pt x="1906397" y="0"/>
                    <a:pt x="2036572" y="130175"/>
                    <a:pt x="2036572" y="290703"/>
                  </a:cubicBezTo>
                  <a:lnTo>
                    <a:pt x="2036572" y="1453388"/>
                  </a:lnTo>
                  <a:cubicBezTo>
                    <a:pt x="2036572" y="1613916"/>
                    <a:pt x="1906397" y="1744091"/>
                    <a:pt x="1745869" y="1744091"/>
                  </a:cubicBezTo>
                  <a:lnTo>
                    <a:pt x="290703" y="1744091"/>
                  </a:lnTo>
                  <a:cubicBezTo>
                    <a:pt x="130175" y="1743964"/>
                    <a:pt x="0" y="1613789"/>
                    <a:pt x="0" y="1453261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42B285"/>
              </a:solidFill>
              <a:prstDash val="solid"/>
              <a:miter/>
            </a:ln>
          </p:spPr>
        </p:sp>
      </p:grpSp>
      <p:sp>
        <p:nvSpPr>
          <p:cNvPr name="TextBox 46" id="46"/>
          <p:cNvSpPr txBox="true"/>
          <p:nvPr/>
        </p:nvSpPr>
        <p:spPr>
          <a:xfrm rot="0">
            <a:off x="15067994" y="6762692"/>
            <a:ext cx="344333" cy="24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7"/>
              </a:lnSpc>
            </a:pPr>
            <a:r>
              <a:rPr lang="en-US" sz="1506" b="true">
                <a:solidFill>
                  <a:srgbClr val="42B285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067994" y="7193913"/>
            <a:ext cx="1597703" cy="450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4"/>
              </a:lnSpc>
            </a:pPr>
            <a:r>
              <a:rPr lang="en-US" sz="1687" b="true">
                <a:solidFill>
                  <a:srgbClr val="141D24"/>
                </a:solidFill>
                <a:latin typeface="Aptos Bold"/>
                <a:ea typeface="Aptos Bold"/>
                <a:cs typeface="Aptos Bold"/>
                <a:sym typeface="Aptos Bold"/>
              </a:rPr>
              <a:t>Visão de equipe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5037422" y="7555863"/>
            <a:ext cx="1597703" cy="569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8"/>
              </a:lnSpc>
            </a:pPr>
            <a:r>
              <a:rPr lang="en-US" sz="1265">
                <a:solidFill>
                  <a:srgbClr val="525E67"/>
                </a:solidFill>
                <a:latin typeface="Aptos"/>
                <a:ea typeface="Aptos"/>
                <a:cs typeface="Aptos"/>
                <a:sym typeface="Aptos"/>
              </a:rPr>
              <a:t>Organização, colaboração e gestão de demandas.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093251" y="8993967"/>
            <a:ext cx="1101864" cy="20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7"/>
              </a:lnSpc>
            </a:pPr>
            <a:r>
              <a:rPr lang="en-US" sz="1506" b="true">
                <a:solidFill>
                  <a:srgbClr val="42B285"/>
                </a:solidFill>
                <a:latin typeface="Aptos Bold"/>
                <a:ea typeface="Aptos Bold"/>
                <a:cs typeface="Aptos Bold"/>
                <a:sym typeface="Aptos Bold"/>
              </a:rPr>
              <a:t>STACK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098702" y="8959282"/>
            <a:ext cx="9159247" cy="495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656" b="true">
                <a:solidFill>
                  <a:srgbClr val="141D24"/>
                </a:solidFill>
                <a:latin typeface="Aptos Bold"/>
                <a:ea typeface="Aptos Bold"/>
                <a:cs typeface="Aptos Bold"/>
                <a:sym typeface="Aptos Bold"/>
              </a:rPr>
              <a:t>PHP   •   JavaScript / TypeScript   •   Python   •   SQL   •   Docker • MySQL • React • Tailwind</a:t>
            </a:r>
            <a:r>
              <a:rPr lang="en-US" sz="1656">
                <a:solidFill>
                  <a:srgbClr val="141D24"/>
                </a:solidFill>
                <a:latin typeface="Aptos"/>
                <a:ea typeface="Aptos"/>
                <a:cs typeface="Aptos"/>
                <a:sym typeface="Aptos"/>
              </a:rPr>
              <a:t>  • </a:t>
            </a:r>
            <a:r>
              <a:rPr lang="en-US" sz="1656" b="true">
                <a:solidFill>
                  <a:srgbClr val="141D24"/>
                </a:solidFill>
                <a:latin typeface="Aptos Bold"/>
                <a:ea typeface="Aptos Bold"/>
                <a:cs typeface="Aptos Bold"/>
                <a:sym typeface="Aptos Bold"/>
              </a:rPr>
              <a:t>Versionamento GIT • 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70731" y="9613766"/>
            <a:ext cx="16114765" cy="24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7"/>
              </a:lnSpc>
            </a:pPr>
            <a:r>
              <a:rPr lang="en-US" sz="1430">
                <a:solidFill>
                  <a:srgbClr val="525E67"/>
                </a:solidFill>
                <a:latin typeface="Aptos"/>
                <a:ea typeface="Aptos"/>
                <a:cs typeface="Aptos"/>
                <a:sym typeface="Aptos"/>
              </a:rPr>
              <a:t>Guarulhos – SP   |   Em constante evolução técnica e profissional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914176" y="1890434"/>
            <a:ext cx="5246389" cy="5246370"/>
            <a:chOff x="0" y="0"/>
            <a:chExt cx="6995185" cy="69951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995160" cy="6995160"/>
            </a:xfrm>
            <a:custGeom>
              <a:avLst/>
              <a:gdLst/>
              <a:ahLst/>
              <a:cxnLst/>
              <a:rect r="r" b="b" t="t" l="l"/>
              <a:pathLst>
                <a:path h="6995160" w="6995160">
                  <a:moveTo>
                    <a:pt x="6995160" y="3497580"/>
                  </a:moveTo>
                  <a:cubicBezTo>
                    <a:pt x="6995160" y="5429123"/>
                    <a:pt x="5429250" y="6995160"/>
                    <a:pt x="3497580" y="6995160"/>
                  </a:cubicBezTo>
                  <a:cubicBezTo>
                    <a:pt x="1565910" y="6995160"/>
                    <a:pt x="0" y="5429250"/>
                    <a:pt x="0" y="3497580"/>
                  </a:cubicBezTo>
                  <a:cubicBezTo>
                    <a:pt x="0" y="1565910"/>
                    <a:pt x="1565910" y="0"/>
                    <a:pt x="3497580" y="0"/>
                  </a:cubicBezTo>
                  <a:cubicBezTo>
                    <a:pt x="5429250" y="0"/>
                    <a:pt x="6995160" y="1565910"/>
                    <a:pt x="6995160" y="3497580"/>
                  </a:cubicBezTo>
                  <a:close/>
                </a:path>
              </a:pathLst>
            </a:custGeom>
            <a:blipFill>
              <a:blip r:embed="rId3"/>
              <a:stretch>
                <a:fillRect l="-16666" t="0" r="-16666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41" r="0" b="-24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91873" y="-409889"/>
            <a:ext cx="13637419" cy="9189291"/>
          </a:xfrm>
          <a:custGeom>
            <a:avLst/>
            <a:gdLst/>
            <a:ahLst/>
            <a:cxnLst/>
            <a:rect r="r" b="b" t="t" l="l"/>
            <a:pathLst>
              <a:path h="9189291" w="13637419">
                <a:moveTo>
                  <a:pt x="0" y="0"/>
                </a:moveTo>
                <a:lnTo>
                  <a:pt x="13637419" y="0"/>
                </a:lnTo>
                <a:lnTo>
                  <a:pt x="13637419" y="9189291"/>
                </a:lnTo>
                <a:lnTo>
                  <a:pt x="0" y="91892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3906" y="8521922"/>
            <a:ext cx="1591037" cy="1591037"/>
            <a:chOff x="0" y="0"/>
            <a:chExt cx="2121383" cy="21213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1408" cy="2121408"/>
            </a:xfrm>
            <a:custGeom>
              <a:avLst/>
              <a:gdLst/>
              <a:ahLst/>
              <a:cxnLst/>
              <a:rect r="r" b="b" t="t" l="l"/>
              <a:pathLst>
                <a:path h="2121408" w="2121408">
                  <a:moveTo>
                    <a:pt x="0" y="0"/>
                  </a:moveTo>
                  <a:lnTo>
                    <a:pt x="2121408" y="0"/>
                  </a:lnTo>
                  <a:lnTo>
                    <a:pt x="2121408" y="2121408"/>
                  </a:lnTo>
                  <a:lnTo>
                    <a:pt x="0" y="2121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3149146" y="5492448"/>
            <a:ext cx="1784909" cy="1784909"/>
            <a:chOff x="0" y="0"/>
            <a:chExt cx="2379878" cy="23798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79853" cy="2379853"/>
            </a:xfrm>
            <a:custGeom>
              <a:avLst/>
              <a:gdLst/>
              <a:ahLst/>
              <a:cxnLst/>
              <a:rect r="r" b="b" t="t" l="l"/>
              <a:pathLst>
                <a:path h="2379853" w="2379853">
                  <a:moveTo>
                    <a:pt x="0" y="0"/>
                  </a:moveTo>
                  <a:lnTo>
                    <a:pt x="2379853" y="0"/>
                  </a:lnTo>
                  <a:lnTo>
                    <a:pt x="2379853" y="2379853"/>
                  </a:lnTo>
                  <a:lnTo>
                    <a:pt x="0" y="2379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" b="-1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580172" y="4475331"/>
            <a:ext cx="1967789" cy="1909562"/>
            <a:chOff x="0" y="0"/>
            <a:chExt cx="2623718" cy="25460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23693" cy="2546096"/>
            </a:xfrm>
            <a:custGeom>
              <a:avLst/>
              <a:gdLst/>
              <a:ahLst/>
              <a:cxnLst/>
              <a:rect r="r" b="b" t="t" l="l"/>
              <a:pathLst>
                <a:path h="2546096" w="2623693">
                  <a:moveTo>
                    <a:pt x="0" y="0"/>
                  </a:moveTo>
                  <a:lnTo>
                    <a:pt x="2623693" y="0"/>
                  </a:lnTo>
                  <a:lnTo>
                    <a:pt x="2623693" y="2546096"/>
                  </a:lnTo>
                  <a:lnTo>
                    <a:pt x="0" y="2546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" r="0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897404" y="3671430"/>
            <a:ext cx="2281047" cy="803900"/>
            <a:chOff x="0" y="0"/>
            <a:chExt cx="3041396" cy="10718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41396" cy="1071880"/>
            </a:xfrm>
            <a:custGeom>
              <a:avLst/>
              <a:gdLst/>
              <a:ahLst/>
              <a:cxnLst/>
              <a:rect r="r" b="b" t="t" l="l"/>
              <a:pathLst>
                <a:path h="1071880" w="3041396">
                  <a:moveTo>
                    <a:pt x="0" y="0"/>
                  </a:moveTo>
                  <a:lnTo>
                    <a:pt x="3041396" y="0"/>
                  </a:lnTo>
                  <a:lnTo>
                    <a:pt x="3041396" y="1071880"/>
                  </a:lnTo>
                  <a:lnTo>
                    <a:pt x="0" y="1071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9449" r="0" b="-2944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44152" y="6702228"/>
            <a:ext cx="1704985" cy="1432817"/>
            <a:chOff x="0" y="0"/>
            <a:chExt cx="2273313" cy="191042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73300" cy="1910461"/>
            </a:xfrm>
            <a:custGeom>
              <a:avLst/>
              <a:gdLst/>
              <a:ahLst/>
              <a:cxnLst/>
              <a:rect r="r" b="b" t="t" l="l"/>
              <a:pathLst>
                <a:path h="1910461" w="2273300">
                  <a:moveTo>
                    <a:pt x="0" y="0"/>
                  </a:moveTo>
                  <a:lnTo>
                    <a:pt x="2273300" y="0"/>
                  </a:lnTo>
                  <a:lnTo>
                    <a:pt x="2273300" y="1910461"/>
                  </a:lnTo>
                  <a:lnTo>
                    <a:pt x="0" y="1910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9204" r="0" b="-9202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503730" y="3761584"/>
            <a:ext cx="1781413" cy="1127541"/>
            <a:chOff x="0" y="0"/>
            <a:chExt cx="2375218" cy="15033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75281" cy="1503426"/>
            </a:xfrm>
            <a:custGeom>
              <a:avLst/>
              <a:gdLst/>
              <a:ahLst/>
              <a:cxnLst/>
              <a:rect r="r" b="b" t="t" l="l"/>
              <a:pathLst>
                <a:path h="1503426" w="2375281">
                  <a:moveTo>
                    <a:pt x="0" y="0"/>
                  </a:moveTo>
                  <a:lnTo>
                    <a:pt x="2375281" y="0"/>
                  </a:lnTo>
                  <a:lnTo>
                    <a:pt x="2375281" y="1503426"/>
                  </a:lnTo>
                  <a:lnTo>
                    <a:pt x="0" y="1503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3513" r="2" b="-3509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285143" y="2350580"/>
            <a:ext cx="2903134" cy="1411014"/>
            <a:chOff x="0" y="0"/>
            <a:chExt cx="3870846" cy="188135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70833" cy="1881378"/>
            </a:xfrm>
            <a:custGeom>
              <a:avLst/>
              <a:gdLst/>
              <a:ahLst/>
              <a:cxnLst/>
              <a:rect r="r" b="b" t="t" l="l"/>
              <a:pathLst>
                <a:path h="1881378" w="3870833">
                  <a:moveTo>
                    <a:pt x="0" y="0"/>
                  </a:moveTo>
                  <a:lnTo>
                    <a:pt x="3870833" y="0"/>
                  </a:lnTo>
                  <a:lnTo>
                    <a:pt x="3870833" y="1881378"/>
                  </a:lnTo>
                  <a:lnTo>
                    <a:pt x="0" y="1881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52873" r="0" b="-52871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438365" y="1200741"/>
            <a:ext cx="3211620" cy="713194"/>
            <a:chOff x="0" y="0"/>
            <a:chExt cx="4282161" cy="95092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282186" cy="950976"/>
            </a:xfrm>
            <a:custGeom>
              <a:avLst/>
              <a:gdLst/>
              <a:ahLst/>
              <a:cxnLst/>
              <a:rect r="r" b="b" t="t" l="l"/>
              <a:pathLst>
                <a:path h="950976" w="4282186">
                  <a:moveTo>
                    <a:pt x="0" y="0"/>
                  </a:moveTo>
                  <a:lnTo>
                    <a:pt x="4282186" y="0"/>
                  </a:lnTo>
                  <a:lnTo>
                    <a:pt x="4282186" y="950976"/>
                  </a:lnTo>
                  <a:lnTo>
                    <a:pt x="0" y="950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267" r="0" b="-263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59425" y="61913"/>
            <a:ext cx="8183851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3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Minha Evolução Profissional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05700" y="2357438"/>
            <a:ext cx="2438912" cy="1302204"/>
            <a:chOff x="0" y="0"/>
            <a:chExt cx="642347" cy="3429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2347" cy="342967"/>
            </a:xfrm>
            <a:custGeom>
              <a:avLst/>
              <a:gdLst/>
              <a:ahLst/>
              <a:cxnLst/>
              <a:rect r="r" b="b" t="t" l="l"/>
              <a:pathLst>
                <a:path h="342967" w="642347">
                  <a:moveTo>
                    <a:pt x="31743" y="0"/>
                  </a:moveTo>
                  <a:lnTo>
                    <a:pt x="610604" y="0"/>
                  </a:lnTo>
                  <a:cubicBezTo>
                    <a:pt x="619023" y="0"/>
                    <a:pt x="627097" y="3344"/>
                    <a:pt x="633050" y="9297"/>
                  </a:cubicBezTo>
                  <a:cubicBezTo>
                    <a:pt x="639003" y="15250"/>
                    <a:pt x="642347" y="23324"/>
                    <a:pt x="642347" y="31743"/>
                  </a:cubicBezTo>
                  <a:lnTo>
                    <a:pt x="642347" y="311224"/>
                  </a:lnTo>
                  <a:cubicBezTo>
                    <a:pt x="642347" y="319643"/>
                    <a:pt x="639003" y="327717"/>
                    <a:pt x="633050" y="333670"/>
                  </a:cubicBezTo>
                  <a:cubicBezTo>
                    <a:pt x="627097" y="339623"/>
                    <a:pt x="619023" y="342967"/>
                    <a:pt x="610604" y="342967"/>
                  </a:cubicBezTo>
                  <a:lnTo>
                    <a:pt x="31743" y="342967"/>
                  </a:lnTo>
                  <a:cubicBezTo>
                    <a:pt x="23324" y="342967"/>
                    <a:pt x="15250" y="339623"/>
                    <a:pt x="9297" y="333670"/>
                  </a:cubicBezTo>
                  <a:cubicBezTo>
                    <a:pt x="3344" y="327717"/>
                    <a:pt x="0" y="319643"/>
                    <a:pt x="0" y="311224"/>
                  </a:cubicBezTo>
                  <a:lnTo>
                    <a:pt x="0" y="31743"/>
                  </a:lnTo>
                  <a:cubicBezTo>
                    <a:pt x="0" y="23324"/>
                    <a:pt x="3344" y="15250"/>
                    <a:pt x="9297" y="9297"/>
                  </a:cubicBezTo>
                  <a:cubicBezTo>
                    <a:pt x="15250" y="3344"/>
                    <a:pt x="23324" y="0"/>
                    <a:pt x="31743" y="0"/>
                  </a:cubicBezTo>
                  <a:close/>
                </a:path>
              </a:pathLst>
            </a:custGeom>
            <a:ln w="9525" cap="sq">
              <a:solidFill>
                <a:srgbClr val="00BF1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642347" cy="342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428750" y="6953250"/>
            <a:ext cx="4762500" cy="4762500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3175000"/>
                  </a:moveTo>
                  <a:cubicBezTo>
                    <a:pt x="0" y="1421511"/>
                    <a:pt x="1421511" y="0"/>
                    <a:pt x="3175000" y="0"/>
                  </a:cubicBezTo>
                  <a:cubicBezTo>
                    <a:pt x="4928489" y="0"/>
                    <a:pt x="6350000" y="1421511"/>
                    <a:pt x="6350000" y="3175000"/>
                  </a:cubicBezTo>
                  <a:cubicBezTo>
                    <a:pt x="6350000" y="4928489"/>
                    <a:pt x="4928489" y="6350000"/>
                    <a:pt x="3175000" y="6350000"/>
                  </a:cubicBezTo>
                  <a:cubicBezTo>
                    <a:pt x="1421511" y="6350000"/>
                    <a:pt x="0" y="4928489"/>
                    <a:pt x="0" y="3175000"/>
                  </a:cubicBezTo>
                  <a:close/>
                </a:path>
              </a:pathLst>
            </a:custGeom>
            <a:solidFill>
              <a:srgbClr val="047857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-19050"/>
            <a:ext cx="15925800" cy="38100"/>
            <a:chOff x="0" y="0"/>
            <a:chExt cx="21234400" cy="50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234400" cy="50800"/>
            </a:xfrm>
            <a:custGeom>
              <a:avLst/>
              <a:gdLst/>
              <a:ahLst/>
              <a:cxnLst/>
              <a:rect r="r" b="b" t="t" l="l"/>
              <a:pathLst>
                <a:path h="50800" w="21234400">
                  <a:moveTo>
                    <a:pt x="0" y="0"/>
                  </a:moveTo>
                  <a:lnTo>
                    <a:pt x="21234400" y="0"/>
                  </a:lnTo>
                  <a:lnTo>
                    <a:pt x="21234400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25" r="0" b="-1024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52500" y="1476375"/>
            <a:ext cx="381000" cy="381000"/>
            <a:chOff x="0" y="0"/>
            <a:chExt cx="508000" cy="508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cubicBezTo>
                    <a:pt x="394335" y="0"/>
                    <a:pt x="508000" y="113665"/>
                    <a:pt x="508000" y="254000"/>
                  </a:cubicBezTo>
                  <a:cubicBezTo>
                    <a:pt x="508000" y="394335"/>
                    <a:pt x="394335" y="508000"/>
                    <a:pt x="254000" y="508000"/>
                  </a:cubicBezTo>
                  <a:cubicBezTo>
                    <a:pt x="113665" y="508000"/>
                    <a:pt x="0" y="394335"/>
                    <a:pt x="0" y="254000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229100" y="1476375"/>
            <a:ext cx="381000" cy="381000"/>
            <a:chOff x="0" y="0"/>
            <a:chExt cx="508000" cy="50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cubicBezTo>
                    <a:pt x="394335" y="0"/>
                    <a:pt x="508000" y="113665"/>
                    <a:pt x="508000" y="254000"/>
                  </a:cubicBezTo>
                  <a:cubicBezTo>
                    <a:pt x="508000" y="394335"/>
                    <a:pt x="394335" y="508000"/>
                    <a:pt x="254000" y="508000"/>
                  </a:cubicBezTo>
                  <a:cubicBezTo>
                    <a:pt x="113665" y="508000"/>
                    <a:pt x="0" y="394335"/>
                    <a:pt x="0" y="254000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505700" y="1476375"/>
            <a:ext cx="381000" cy="381000"/>
            <a:chOff x="0" y="0"/>
            <a:chExt cx="508000" cy="508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cubicBezTo>
                    <a:pt x="394335" y="0"/>
                    <a:pt x="508000" y="113665"/>
                    <a:pt x="508000" y="254000"/>
                  </a:cubicBezTo>
                  <a:cubicBezTo>
                    <a:pt x="508000" y="394335"/>
                    <a:pt x="394335" y="508000"/>
                    <a:pt x="254000" y="508000"/>
                  </a:cubicBezTo>
                  <a:cubicBezTo>
                    <a:pt x="113665" y="508000"/>
                    <a:pt x="0" y="394335"/>
                    <a:pt x="0" y="254000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648480" y="2476500"/>
            <a:ext cx="1047940" cy="171640"/>
            <a:chOff x="0" y="0"/>
            <a:chExt cx="1397254" cy="2288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97254" cy="228854"/>
            </a:xfrm>
            <a:custGeom>
              <a:avLst/>
              <a:gdLst/>
              <a:ahLst/>
              <a:cxnLst/>
              <a:rect r="r" b="b" t="t" l="l"/>
              <a:pathLst>
                <a:path h="228854" w="1397254">
                  <a:moveTo>
                    <a:pt x="0" y="114427"/>
                  </a:moveTo>
                  <a:cubicBezTo>
                    <a:pt x="0" y="51181"/>
                    <a:pt x="51181" y="0"/>
                    <a:pt x="114427" y="0"/>
                  </a:cubicBezTo>
                  <a:lnTo>
                    <a:pt x="1282827" y="0"/>
                  </a:lnTo>
                  <a:cubicBezTo>
                    <a:pt x="1345946" y="0"/>
                    <a:pt x="1397254" y="51181"/>
                    <a:pt x="1397254" y="114427"/>
                  </a:cubicBezTo>
                  <a:cubicBezTo>
                    <a:pt x="1397254" y="177673"/>
                    <a:pt x="1346073" y="228854"/>
                    <a:pt x="1282827" y="228854"/>
                  </a:cubicBezTo>
                  <a:lnTo>
                    <a:pt x="114427" y="228854"/>
                  </a:lnTo>
                  <a:cubicBezTo>
                    <a:pt x="51181" y="228854"/>
                    <a:pt x="0" y="177546"/>
                    <a:pt x="0" y="114427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782300" y="1476375"/>
            <a:ext cx="381000" cy="381000"/>
            <a:chOff x="0" y="0"/>
            <a:chExt cx="508000" cy="508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cubicBezTo>
                    <a:pt x="394335" y="0"/>
                    <a:pt x="508000" y="113665"/>
                    <a:pt x="508000" y="254000"/>
                  </a:cubicBezTo>
                  <a:cubicBezTo>
                    <a:pt x="508000" y="394335"/>
                    <a:pt x="394335" y="508000"/>
                    <a:pt x="254000" y="508000"/>
                  </a:cubicBezTo>
                  <a:cubicBezTo>
                    <a:pt x="113665" y="508000"/>
                    <a:pt x="0" y="394335"/>
                    <a:pt x="0" y="254000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791825" y="2329983"/>
            <a:ext cx="2438912" cy="1779170"/>
            <a:chOff x="0" y="0"/>
            <a:chExt cx="642347" cy="4685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42347" cy="468588"/>
            </a:xfrm>
            <a:custGeom>
              <a:avLst/>
              <a:gdLst/>
              <a:ahLst/>
              <a:cxnLst/>
              <a:rect r="r" b="b" t="t" l="l"/>
              <a:pathLst>
                <a:path h="468588" w="642347">
                  <a:moveTo>
                    <a:pt x="31743" y="0"/>
                  </a:moveTo>
                  <a:lnTo>
                    <a:pt x="610604" y="0"/>
                  </a:lnTo>
                  <a:cubicBezTo>
                    <a:pt x="619023" y="0"/>
                    <a:pt x="627097" y="3344"/>
                    <a:pt x="633050" y="9297"/>
                  </a:cubicBezTo>
                  <a:cubicBezTo>
                    <a:pt x="639003" y="15250"/>
                    <a:pt x="642347" y="23324"/>
                    <a:pt x="642347" y="31743"/>
                  </a:cubicBezTo>
                  <a:lnTo>
                    <a:pt x="642347" y="436845"/>
                  </a:lnTo>
                  <a:cubicBezTo>
                    <a:pt x="642347" y="445264"/>
                    <a:pt x="639003" y="453338"/>
                    <a:pt x="633050" y="459291"/>
                  </a:cubicBezTo>
                  <a:cubicBezTo>
                    <a:pt x="627097" y="465244"/>
                    <a:pt x="619023" y="468588"/>
                    <a:pt x="610604" y="468588"/>
                  </a:cubicBezTo>
                  <a:lnTo>
                    <a:pt x="31743" y="468588"/>
                  </a:lnTo>
                  <a:cubicBezTo>
                    <a:pt x="23324" y="468588"/>
                    <a:pt x="15250" y="465244"/>
                    <a:pt x="9297" y="459291"/>
                  </a:cubicBezTo>
                  <a:cubicBezTo>
                    <a:pt x="3344" y="453338"/>
                    <a:pt x="0" y="445264"/>
                    <a:pt x="0" y="436845"/>
                  </a:cubicBezTo>
                  <a:lnTo>
                    <a:pt x="0" y="31743"/>
                  </a:lnTo>
                  <a:cubicBezTo>
                    <a:pt x="0" y="23324"/>
                    <a:pt x="3344" y="15250"/>
                    <a:pt x="9297" y="9297"/>
                  </a:cubicBezTo>
                  <a:cubicBezTo>
                    <a:pt x="15250" y="3344"/>
                    <a:pt x="23324" y="0"/>
                    <a:pt x="31743" y="0"/>
                  </a:cubicBezTo>
                  <a:close/>
                </a:path>
              </a:pathLst>
            </a:custGeom>
            <a:ln w="9525" cap="sq">
              <a:solidFill>
                <a:srgbClr val="00BF15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642347" cy="4685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7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925175" y="2457317"/>
            <a:ext cx="1143000" cy="171640"/>
            <a:chOff x="0" y="0"/>
            <a:chExt cx="1524000" cy="22885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24000" cy="228854"/>
            </a:xfrm>
            <a:custGeom>
              <a:avLst/>
              <a:gdLst/>
              <a:ahLst/>
              <a:cxnLst/>
              <a:rect r="r" b="b" t="t" l="l"/>
              <a:pathLst>
                <a:path h="228854" w="1524000">
                  <a:moveTo>
                    <a:pt x="0" y="114427"/>
                  </a:moveTo>
                  <a:cubicBezTo>
                    <a:pt x="0" y="51181"/>
                    <a:pt x="51181" y="0"/>
                    <a:pt x="114427" y="0"/>
                  </a:cubicBezTo>
                  <a:lnTo>
                    <a:pt x="1409573" y="0"/>
                  </a:lnTo>
                  <a:cubicBezTo>
                    <a:pt x="1472819" y="0"/>
                    <a:pt x="1524000" y="51181"/>
                    <a:pt x="1524000" y="114427"/>
                  </a:cubicBezTo>
                  <a:cubicBezTo>
                    <a:pt x="1524000" y="177673"/>
                    <a:pt x="1472819" y="228854"/>
                    <a:pt x="1409573" y="228854"/>
                  </a:cubicBezTo>
                  <a:lnTo>
                    <a:pt x="114427" y="228854"/>
                  </a:lnTo>
                  <a:cubicBezTo>
                    <a:pt x="51181" y="228854"/>
                    <a:pt x="0" y="177546"/>
                    <a:pt x="0" y="114427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058900" y="1476375"/>
            <a:ext cx="381000" cy="381000"/>
            <a:chOff x="0" y="0"/>
            <a:chExt cx="508000" cy="50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cubicBezTo>
                    <a:pt x="394335" y="0"/>
                    <a:pt x="508000" y="113665"/>
                    <a:pt x="508000" y="254000"/>
                  </a:cubicBezTo>
                  <a:cubicBezTo>
                    <a:pt x="508000" y="394335"/>
                    <a:pt x="394335" y="508000"/>
                    <a:pt x="254000" y="508000"/>
                  </a:cubicBezTo>
                  <a:cubicBezTo>
                    <a:pt x="113665" y="508000"/>
                    <a:pt x="0" y="394335"/>
                    <a:pt x="0" y="254000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125575" y="2329983"/>
            <a:ext cx="2438912" cy="1827733"/>
            <a:chOff x="0" y="0"/>
            <a:chExt cx="642347" cy="4813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2347" cy="481378"/>
            </a:xfrm>
            <a:custGeom>
              <a:avLst/>
              <a:gdLst/>
              <a:ahLst/>
              <a:cxnLst/>
              <a:rect r="r" b="b" t="t" l="l"/>
              <a:pathLst>
                <a:path h="481378" w="642347">
                  <a:moveTo>
                    <a:pt x="31743" y="0"/>
                  </a:moveTo>
                  <a:lnTo>
                    <a:pt x="610604" y="0"/>
                  </a:lnTo>
                  <a:cubicBezTo>
                    <a:pt x="619023" y="0"/>
                    <a:pt x="627097" y="3344"/>
                    <a:pt x="633050" y="9297"/>
                  </a:cubicBezTo>
                  <a:cubicBezTo>
                    <a:pt x="639003" y="15250"/>
                    <a:pt x="642347" y="23324"/>
                    <a:pt x="642347" y="31743"/>
                  </a:cubicBezTo>
                  <a:lnTo>
                    <a:pt x="642347" y="449635"/>
                  </a:lnTo>
                  <a:cubicBezTo>
                    <a:pt x="642347" y="458054"/>
                    <a:pt x="639003" y="466128"/>
                    <a:pt x="633050" y="472081"/>
                  </a:cubicBezTo>
                  <a:cubicBezTo>
                    <a:pt x="627097" y="478034"/>
                    <a:pt x="619023" y="481378"/>
                    <a:pt x="610604" y="481378"/>
                  </a:cubicBezTo>
                  <a:lnTo>
                    <a:pt x="31743" y="481378"/>
                  </a:lnTo>
                  <a:cubicBezTo>
                    <a:pt x="23324" y="481378"/>
                    <a:pt x="15250" y="478034"/>
                    <a:pt x="9297" y="472081"/>
                  </a:cubicBezTo>
                  <a:cubicBezTo>
                    <a:pt x="3344" y="466128"/>
                    <a:pt x="0" y="458054"/>
                    <a:pt x="0" y="449635"/>
                  </a:cubicBezTo>
                  <a:lnTo>
                    <a:pt x="0" y="31743"/>
                  </a:lnTo>
                  <a:cubicBezTo>
                    <a:pt x="0" y="23324"/>
                    <a:pt x="3344" y="15250"/>
                    <a:pt x="9297" y="9297"/>
                  </a:cubicBezTo>
                  <a:cubicBezTo>
                    <a:pt x="15250" y="3344"/>
                    <a:pt x="23324" y="0"/>
                    <a:pt x="31743" y="0"/>
                  </a:cubicBezTo>
                  <a:close/>
                </a:path>
              </a:pathLst>
            </a:custGeom>
            <a:ln w="9525" cap="sq">
              <a:solidFill>
                <a:srgbClr val="00BF15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642347" cy="481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7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201775" y="2457317"/>
            <a:ext cx="1143000" cy="171640"/>
            <a:chOff x="0" y="0"/>
            <a:chExt cx="1524000" cy="22885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24000" cy="228854"/>
            </a:xfrm>
            <a:custGeom>
              <a:avLst/>
              <a:gdLst/>
              <a:ahLst/>
              <a:cxnLst/>
              <a:rect r="r" b="b" t="t" l="l"/>
              <a:pathLst>
                <a:path h="228854" w="1524000">
                  <a:moveTo>
                    <a:pt x="0" y="114427"/>
                  </a:moveTo>
                  <a:cubicBezTo>
                    <a:pt x="0" y="51181"/>
                    <a:pt x="51181" y="0"/>
                    <a:pt x="114427" y="0"/>
                  </a:cubicBezTo>
                  <a:lnTo>
                    <a:pt x="1409573" y="0"/>
                  </a:lnTo>
                  <a:cubicBezTo>
                    <a:pt x="1472819" y="0"/>
                    <a:pt x="1524000" y="51181"/>
                    <a:pt x="1524000" y="114427"/>
                  </a:cubicBezTo>
                  <a:cubicBezTo>
                    <a:pt x="1524000" y="177673"/>
                    <a:pt x="1472819" y="228854"/>
                    <a:pt x="1409573" y="228854"/>
                  </a:cubicBezTo>
                  <a:lnTo>
                    <a:pt x="114427" y="228854"/>
                  </a:lnTo>
                  <a:cubicBezTo>
                    <a:pt x="51181" y="228854"/>
                    <a:pt x="0" y="177546"/>
                    <a:pt x="0" y="114427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43000" y="1645663"/>
            <a:ext cx="15925800" cy="38100"/>
            <a:chOff x="0" y="0"/>
            <a:chExt cx="21234400" cy="50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234400" cy="50800"/>
            </a:xfrm>
            <a:custGeom>
              <a:avLst/>
              <a:gdLst/>
              <a:ahLst/>
              <a:cxnLst/>
              <a:rect r="r" b="b" t="t" l="l"/>
              <a:pathLst>
                <a:path h="50800" w="21234400">
                  <a:moveTo>
                    <a:pt x="0" y="0"/>
                  </a:moveTo>
                  <a:lnTo>
                    <a:pt x="21234400" y="0"/>
                  </a:lnTo>
                  <a:lnTo>
                    <a:pt x="21234400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25" r="0" b="-1024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52500" y="2357028"/>
            <a:ext cx="2438912" cy="1302204"/>
            <a:chOff x="0" y="0"/>
            <a:chExt cx="642347" cy="34296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42347" cy="342967"/>
            </a:xfrm>
            <a:custGeom>
              <a:avLst/>
              <a:gdLst/>
              <a:ahLst/>
              <a:cxnLst/>
              <a:rect r="r" b="b" t="t" l="l"/>
              <a:pathLst>
                <a:path h="342967" w="642347">
                  <a:moveTo>
                    <a:pt x="31743" y="0"/>
                  </a:moveTo>
                  <a:lnTo>
                    <a:pt x="610604" y="0"/>
                  </a:lnTo>
                  <a:cubicBezTo>
                    <a:pt x="619023" y="0"/>
                    <a:pt x="627097" y="3344"/>
                    <a:pt x="633050" y="9297"/>
                  </a:cubicBezTo>
                  <a:cubicBezTo>
                    <a:pt x="639003" y="15250"/>
                    <a:pt x="642347" y="23324"/>
                    <a:pt x="642347" y="31743"/>
                  </a:cubicBezTo>
                  <a:lnTo>
                    <a:pt x="642347" y="311224"/>
                  </a:lnTo>
                  <a:cubicBezTo>
                    <a:pt x="642347" y="319643"/>
                    <a:pt x="639003" y="327717"/>
                    <a:pt x="633050" y="333670"/>
                  </a:cubicBezTo>
                  <a:cubicBezTo>
                    <a:pt x="627097" y="339623"/>
                    <a:pt x="619023" y="342967"/>
                    <a:pt x="610604" y="342967"/>
                  </a:cubicBezTo>
                  <a:lnTo>
                    <a:pt x="31743" y="342967"/>
                  </a:lnTo>
                  <a:cubicBezTo>
                    <a:pt x="23324" y="342967"/>
                    <a:pt x="15250" y="339623"/>
                    <a:pt x="9297" y="333670"/>
                  </a:cubicBezTo>
                  <a:cubicBezTo>
                    <a:pt x="3344" y="327717"/>
                    <a:pt x="0" y="319643"/>
                    <a:pt x="0" y="311224"/>
                  </a:cubicBezTo>
                  <a:lnTo>
                    <a:pt x="0" y="31743"/>
                  </a:lnTo>
                  <a:cubicBezTo>
                    <a:pt x="0" y="23324"/>
                    <a:pt x="3344" y="15250"/>
                    <a:pt x="9297" y="9297"/>
                  </a:cubicBezTo>
                  <a:cubicBezTo>
                    <a:pt x="15250" y="3344"/>
                    <a:pt x="23324" y="0"/>
                    <a:pt x="31743" y="0"/>
                  </a:cubicBezTo>
                  <a:close/>
                </a:path>
              </a:pathLst>
            </a:custGeom>
            <a:ln w="9525" cap="sq">
              <a:solidFill>
                <a:srgbClr val="00BF15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642347" cy="342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7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952500" y="371475"/>
            <a:ext cx="11430000" cy="533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8"/>
              </a:lnSpc>
            </a:pPr>
            <a:r>
              <a:rPr lang="en-US" sz="2499" b="true">
                <a:solidFill>
                  <a:srgbClr val="141E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Minha Trajetória Profissional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52500" y="876300"/>
            <a:ext cx="11430000" cy="409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99">
                <a:solidFill>
                  <a:srgbClr val="5A646E"/>
                </a:solidFill>
                <a:latin typeface="Calibri (MS)"/>
                <a:ea typeface="Calibri (MS)"/>
                <a:cs typeface="Calibri (MS)"/>
                <a:sym typeface="Calibri (MS)"/>
              </a:rPr>
              <a:t>Da base técnica ao desenvolvimento full stack: experiências, projetos e próximos passos.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52500" y="1914525"/>
            <a:ext cx="28575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10B981"/>
                </a:solidFill>
                <a:latin typeface="Arial Bold"/>
                <a:ea typeface="Arial Bold"/>
                <a:cs typeface="Arial Bold"/>
                <a:sym typeface="Arial Bold"/>
              </a:rPr>
              <a:t>2022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28700" y="2386051"/>
            <a:ext cx="2079675" cy="1160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050" b="true">
                <a:solidFill>
                  <a:srgbClr val="1923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Trabalho</a:t>
            </a:r>
          </a:p>
          <a:p>
            <a:pPr algn="l">
              <a:lnSpc>
                <a:spcPts val="1439"/>
              </a:lnSpc>
            </a:pPr>
          </a:p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Dev Web — ENIAC</a:t>
            </a:r>
          </a:p>
          <a:p>
            <a:pPr algn="l">
              <a:lnSpc>
                <a:spcPts val="1260"/>
              </a:lnSpc>
            </a:pPr>
          </a:p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Suporte — Somar</a:t>
            </a:r>
          </a:p>
          <a:p>
            <a:pPr algn="l">
              <a:lnSpc>
                <a:spcPts val="1260"/>
              </a:lnSpc>
            </a:pPr>
          </a:p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Redes, infraestrutura e atendimento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52500" y="3810000"/>
            <a:ext cx="2438912" cy="1302204"/>
            <a:chOff x="0" y="0"/>
            <a:chExt cx="642347" cy="34296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42347" cy="342967"/>
            </a:xfrm>
            <a:custGeom>
              <a:avLst/>
              <a:gdLst/>
              <a:ahLst/>
              <a:cxnLst/>
              <a:rect r="r" b="b" t="t" l="l"/>
              <a:pathLst>
                <a:path h="342967" w="642347">
                  <a:moveTo>
                    <a:pt x="31743" y="0"/>
                  </a:moveTo>
                  <a:lnTo>
                    <a:pt x="610604" y="0"/>
                  </a:lnTo>
                  <a:cubicBezTo>
                    <a:pt x="619023" y="0"/>
                    <a:pt x="627097" y="3344"/>
                    <a:pt x="633050" y="9297"/>
                  </a:cubicBezTo>
                  <a:cubicBezTo>
                    <a:pt x="639003" y="15250"/>
                    <a:pt x="642347" y="23324"/>
                    <a:pt x="642347" y="31743"/>
                  </a:cubicBezTo>
                  <a:lnTo>
                    <a:pt x="642347" y="311224"/>
                  </a:lnTo>
                  <a:cubicBezTo>
                    <a:pt x="642347" y="319643"/>
                    <a:pt x="639003" y="327717"/>
                    <a:pt x="633050" y="333670"/>
                  </a:cubicBezTo>
                  <a:cubicBezTo>
                    <a:pt x="627097" y="339623"/>
                    <a:pt x="619023" y="342967"/>
                    <a:pt x="610604" y="342967"/>
                  </a:cubicBezTo>
                  <a:lnTo>
                    <a:pt x="31743" y="342967"/>
                  </a:lnTo>
                  <a:cubicBezTo>
                    <a:pt x="23324" y="342967"/>
                    <a:pt x="15250" y="339623"/>
                    <a:pt x="9297" y="333670"/>
                  </a:cubicBezTo>
                  <a:cubicBezTo>
                    <a:pt x="3344" y="327717"/>
                    <a:pt x="0" y="319643"/>
                    <a:pt x="0" y="311224"/>
                  </a:cubicBezTo>
                  <a:lnTo>
                    <a:pt x="0" y="31743"/>
                  </a:lnTo>
                  <a:cubicBezTo>
                    <a:pt x="0" y="23324"/>
                    <a:pt x="3344" y="15250"/>
                    <a:pt x="9297" y="9297"/>
                  </a:cubicBezTo>
                  <a:cubicBezTo>
                    <a:pt x="15250" y="3344"/>
                    <a:pt x="23324" y="0"/>
                    <a:pt x="31743" y="0"/>
                  </a:cubicBezTo>
                  <a:close/>
                </a:path>
              </a:pathLst>
            </a:custGeom>
            <a:ln w="9525" cap="sq">
              <a:solidFill>
                <a:srgbClr val="DADADA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642347" cy="342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7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028700" y="3838575"/>
            <a:ext cx="1933830" cy="1160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050" b="true">
                <a:solidFill>
                  <a:srgbClr val="1923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Formação</a:t>
            </a:r>
          </a:p>
          <a:p>
            <a:pPr algn="l">
              <a:lnSpc>
                <a:spcPts val="1439"/>
              </a:lnSpc>
            </a:pPr>
          </a:p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Técnico em Informática</a:t>
            </a:r>
          </a:p>
          <a:p>
            <a:pPr algn="l">
              <a:lnSpc>
                <a:spcPts val="1260"/>
              </a:lnSpc>
            </a:pPr>
          </a:p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Projetos, lógica e liderança</a:t>
            </a:r>
          </a:p>
          <a:p>
            <a:pPr algn="l">
              <a:lnSpc>
                <a:spcPts val="1260"/>
              </a:lnSpc>
            </a:pPr>
          </a:p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Lean Six Sigma: base em melhoria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52500" y="5264604"/>
            <a:ext cx="2438912" cy="1302204"/>
            <a:chOff x="0" y="0"/>
            <a:chExt cx="642347" cy="34296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42347" cy="342967"/>
            </a:xfrm>
            <a:custGeom>
              <a:avLst/>
              <a:gdLst/>
              <a:ahLst/>
              <a:cxnLst/>
              <a:rect r="r" b="b" t="t" l="l"/>
              <a:pathLst>
                <a:path h="342967" w="642347">
                  <a:moveTo>
                    <a:pt x="31743" y="0"/>
                  </a:moveTo>
                  <a:lnTo>
                    <a:pt x="610604" y="0"/>
                  </a:lnTo>
                  <a:cubicBezTo>
                    <a:pt x="619023" y="0"/>
                    <a:pt x="627097" y="3344"/>
                    <a:pt x="633050" y="9297"/>
                  </a:cubicBezTo>
                  <a:cubicBezTo>
                    <a:pt x="639003" y="15250"/>
                    <a:pt x="642347" y="23324"/>
                    <a:pt x="642347" y="31743"/>
                  </a:cubicBezTo>
                  <a:lnTo>
                    <a:pt x="642347" y="311224"/>
                  </a:lnTo>
                  <a:cubicBezTo>
                    <a:pt x="642347" y="319643"/>
                    <a:pt x="639003" y="327717"/>
                    <a:pt x="633050" y="333670"/>
                  </a:cubicBezTo>
                  <a:cubicBezTo>
                    <a:pt x="627097" y="339623"/>
                    <a:pt x="619023" y="342967"/>
                    <a:pt x="610604" y="342967"/>
                  </a:cubicBezTo>
                  <a:lnTo>
                    <a:pt x="31743" y="342967"/>
                  </a:lnTo>
                  <a:cubicBezTo>
                    <a:pt x="23324" y="342967"/>
                    <a:pt x="15250" y="339623"/>
                    <a:pt x="9297" y="333670"/>
                  </a:cubicBezTo>
                  <a:cubicBezTo>
                    <a:pt x="3344" y="327717"/>
                    <a:pt x="0" y="319643"/>
                    <a:pt x="0" y="311224"/>
                  </a:cubicBezTo>
                  <a:lnTo>
                    <a:pt x="0" y="31743"/>
                  </a:lnTo>
                  <a:cubicBezTo>
                    <a:pt x="0" y="23324"/>
                    <a:pt x="3344" y="15250"/>
                    <a:pt x="9297" y="9297"/>
                  </a:cubicBezTo>
                  <a:cubicBezTo>
                    <a:pt x="15250" y="3344"/>
                    <a:pt x="23324" y="0"/>
                    <a:pt x="31743" y="0"/>
                  </a:cubicBezTo>
                  <a:close/>
                </a:path>
              </a:pathLst>
            </a:custGeom>
            <a:ln w="9525" cap="sq">
              <a:solidFill>
                <a:srgbClr val="DADADA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642347" cy="342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7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028700" y="5293179"/>
            <a:ext cx="1628822" cy="855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050" b="true">
                <a:solidFill>
                  <a:srgbClr val="1923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Primeiros projetos</a:t>
            </a:r>
          </a:p>
          <a:p>
            <a:pPr algn="l">
              <a:lnSpc>
                <a:spcPts val="1439"/>
              </a:lnSpc>
            </a:pPr>
          </a:p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Algoritmos e landing pages</a:t>
            </a:r>
          </a:p>
          <a:p>
            <a:pPr algn="l">
              <a:lnSpc>
                <a:spcPts val="1260"/>
              </a:lnSpc>
            </a:pPr>
          </a:p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Git/GitHub na prática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229100" y="1914525"/>
            <a:ext cx="28575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10B981"/>
                </a:solidFill>
                <a:latin typeface="Arial Bold"/>
                <a:ea typeface="Arial Bold"/>
                <a:cs typeface="Arial Bold"/>
                <a:sym typeface="Arial Bold"/>
              </a:rPr>
              <a:t>2023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4219985" y="2357028"/>
            <a:ext cx="2438912" cy="1302204"/>
            <a:chOff x="0" y="0"/>
            <a:chExt cx="642347" cy="34296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42347" cy="342967"/>
            </a:xfrm>
            <a:custGeom>
              <a:avLst/>
              <a:gdLst/>
              <a:ahLst/>
              <a:cxnLst/>
              <a:rect r="r" b="b" t="t" l="l"/>
              <a:pathLst>
                <a:path h="342967" w="642347">
                  <a:moveTo>
                    <a:pt x="31743" y="0"/>
                  </a:moveTo>
                  <a:lnTo>
                    <a:pt x="610604" y="0"/>
                  </a:lnTo>
                  <a:cubicBezTo>
                    <a:pt x="619023" y="0"/>
                    <a:pt x="627097" y="3344"/>
                    <a:pt x="633050" y="9297"/>
                  </a:cubicBezTo>
                  <a:cubicBezTo>
                    <a:pt x="639003" y="15250"/>
                    <a:pt x="642347" y="23324"/>
                    <a:pt x="642347" y="31743"/>
                  </a:cubicBezTo>
                  <a:lnTo>
                    <a:pt x="642347" y="311224"/>
                  </a:lnTo>
                  <a:cubicBezTo>
                    <a:pt x="642347" y="319643"/>
                    <a:pt x="639003" y="327717"/>
                    <a:pt x="633050" y="333670"/>
                  </a:cubicBezTo>
                  <a:cubicBezTo>
                    <a:pt x="627097" y="339623"/>
                    <a:pt x="619023" y="342967"/>
                    <a:pt x="610604" y="342967"/>
                  </a:cubicBezTo>
                  <a:lnTo>
                    <a:pt x="31743" y="342967"/>
                  </a:lnTo>
                  <a:cubicBezTo>
                    <a:pt x="23324" y="342967"/>
                    <a:pt x="15250" y="339623"/>
                    <a:pt x="9297" y="333670"/>
                  </a:cubicBezTo>
                  <a:cubicBezTo>
                    <a:pt x="3344" y="327717"/>
                    <a:pt x="0" y="319643"/>
                    <a:pt x="0" y="311224"/>
                  </a:cubicBezTo>
                  <a:lnTo>
                    <a:pt x="0" y="31743"/>
                  </a:lnTo>
                  <a:cubicBezTo>
                    <a:pt x="0" y="23324"/>
                    <a:pt x="3344" y="15250"/>
                    <a:pt x="9297" y="9297"/>
                  </a:cubicBezTo>
                  <a:cubicBezTo>
                    <a:pt x="15250" y="3344"/>
                    <a:pt x="23324" y="0"/>
                    <a:pt x="31743" y="0"/>
                  </a:cubicBezTo>
                  <a:close/>
                </a:path>
              </a:pathLst>
            </a:custGeom>
            <a:ln w="9525" cap="sq">
              <a:solidFill>
                <a:srgbClr val="00BF15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642347" cy="342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7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4304075" y="2457450"/>
            <a:ext cx="2325789" cy="83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2"/>
              </a:lnSpc>
            </a:pPr>
            <a:r>
              <a:rPr lang="en-US" sz="1100" b="true">
                <a:solidFill>
                  <a:srgbClr val="1923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Trabalho &amp; Projetos</a:t>
            </a:r>
          </a:p>
          <a:p>
            <a:pPr algn="l">
              <a:lnSpc>
                <a:spcPts val="1332"/>
              </a:lnSpc>
            </a:pPr>
          </a:p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Freelance e soluções sob demanda</a:t>
            </a:r>
          </a:p>
          <a:p>
            <a:pPr algn="l">
              <a:lnSpc>
                <a:spcPts val="1320"/>
              </a:lnSpc>
            </a:pPr>
          </a:p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Desenvolvimento de aplicações web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4229100" y="3810000"/>
            <a:ext cx="2438912" cy="1302204"/>
            <a:chOff x="0" y="0"/>
            <a:chExt cx="642347" cy="34296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42347" cy="342967"/>
            </a:xfrm>
            <a:custGeom>
              <a:avLst/>
              <a:gdLst/>
              <a:ahLst/>
              <a:cxnLst/>
              <a:rect r="r" b="b" t="t" l="l"/>
              <a:pathLst>
                <a:path h="342967" w="642347">
                  <a:moveTo>
                    <a:pt x="31743" y="0"/>
                  </a:moveTo>
                  <a:lnTo>
                    <a:pt x="610604" y="0"/>
                  </a:lnTo>
                  <a:cubicBezTo>
                    <a:pt x="619023" y="0"/>
                    <a:pt x="627097" y="3344"/>
                    <a:pt x="633050" y="9297"/>
                  </a:cubicBezTo>
                  <a:cubicBezTo>
                    <a:pt x="639003" y="15250"/>
                    <a:pt x="642347" y="23324"/>
                    <a:pt x="642347" y="31743"/>
                  </a:cubicBezTo>
                  <a:lnTo>
                    <a:pt x="642347" y="311224"/>
                  </a:lnTo>
                  <a:cubicBezTo>
                    <a:pt x="642347" y="319643"/>
                    <a:pt x="639003" y="327717"/>
                    <a:pt x="633050" y="333670"/>
                  </a:cubicBezTo>
                  <a:cubicBezTo>
                    <a:pt x="627097" y="339623"/>
                    <a:pt x="619023" y="342967"/>
                    <a:pt x="610604" y="342967"/>
                  </a:cubicBezTo>
                  <a:lnTo>
                    <a:pt x="31743" y="342967"/>
                  </a:lnTo>
                  <a:cubicBezTo>
                    <a:pt x="23324" y="342967"/>
                    <a:pt x="15250" y="339623"/>
                    <a:pt x="9297" y="333670"/>
                  </a:cubicBezTo>
                  <a:cubicBezTo>
                    <a:pt x="3344" y="327717"/>
                    <a:pt x="0" y="319643"/>
                    <a:pt x="0" y="311224"/>
                  </a:cubicBezTo>
                  <a:lnTo>
                    <a:pt x="0" y="31743"/>
                  </a:lnTo>
                  <a:cubicBezTo>
                    <a:pt x="0" y="23324"/>
                    <a:pt x="3344" y="15250"/>
                    <a:pt x="9297" y="9297"/>
                  </a:cubicBezTo>
                  <a:cubicBezTo>
                    <a:pt x="15250" y="3344"/>
                    <a:pt x="23324" y="0"/>
                    <a:pt x="31743" y="0"/>
                  </a:cubicBezTo>
                  <a:close/>
                </a:path>
              </a:pathLst>
            </a:custGeom>
            <a:ln w="9525" cap="sq">
              <a:solidFill>
                <a:srgbClr val="DADADA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642347" cy="342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7"/>
                </a:lnSpc>
              </a:pP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4304075" y="3848100"/>
            <a:ext cx="2233348" cy="87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100" b="true">
                <a:solidFill>
                  <a:srgbClr val="1923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Graduação</a:t>
            </a:r>
          </a:p>
          <a:p>
            <a:pPr algn="l">
              <a:lnSpc>
                <a:spcPts val="1439"/>
              </a:lnSpc>
            </a:pPr>
          </a:p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Sistemas de Informação</a:t>
            </a:r>
          </a:p>
          <a:p>
            <a:pPr algn="l">
              <a:lnSpc>
                <a:spcPts val="1320"/>
              </a:lnSpc>
            </a:pPr>
          </a:p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Banco de dados, MVC e arquitetura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4257855" y="5264604"/>
            <a:ext cx="2438912" cy="1302204"/>
            <a:chOff x="0" y="0"/>
            <a:chExt cx="642347" cy="34296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42347" cy="342967"/>
            </a:xfrm>
            <a:custGeom>
              <a:avLst/>
              <a:gdLst/>
              <a:ahLst/>
              <a:cxnLst/>
              <a:rect r="r" b="b" t="t" l="l"/>
              <a:pathLst>
                <a:path h="342967" w="642347">
                  <a:moveTo>
                    <a:pt x="31743" y="0"/>
                  </a:moveTo>
                  <a:lnTo>
                    <a:pt x="610604" y="0"/>
                  </a:lnTo>
                  <a:cubicBezTo>
                    <a:pt x="619023" y="0"/>
                    <a:pt x="627097" y="3344"/>
                    <a:pt x="633050" y="9297"/>
                  </a:cubicBezTo>
                  <a:cubicBezTo>
                    <a:pt x="639003" y="15250"/>
                    <a:pt x="642347" y="23324"/>
                    <a:pt x="642347" y="31743"/>
                  </a:cubicBezTo>
                  <a:lnTo>
                    <a:pt x="642347" y="311224"/>
                  </a:lnTo>
                  <a:cubicBezTo>
                    <a:pt x="642347" y="319643"/>
                    <a:pt x="639003" y="327717"/>
                    <a:pt x="633050" y="333670"/>
                  </a:cubicBezTo>
                  <a:cubicBezTo>
                    <a:pt x="627097" y="339623"/>
                    <a:pt x="619023" y="342967"/>
                    <a:pt x="610604" y="342967"/>
                  </a:cubicBezTo>
                  <a:lnTo>
                    <a:pt x="31743" y="342967"/>
                  </a:lnTo>
                  <a:cubicBezTo>
                    <a:pt x="23324" y="342967"/>
                    <a:pt x="15250" y="339623"/>
                    <a:pt x="9297" y="333670"/>
                  </a:cubicBezTo>
                  <a:cubicBezTo>
                    <a:pt x="3344" y="327717"/>
                    <a:pt x="0" y="319643"/>
                    <a:pt x="0" y="311224"/>
                  </a:cubicBezTo>
                  <a:lnTo>
                    <a:pt x="0" y="31743"/>
                  </a:lnTo>
                  <a:cubicBezTo>
                    <a:pt x="0" y="23324"/>
                    <a:pt x="3344" y="15250"/>
                    <a:pt x="9297" y="9297"/>
                  </a:cubicBezTo>
                  <a:cubicBezTo>
                    <a:pt x="15250" y="3344"/>
                    <a:pt x="23324" y="0"/>
                    <a:pt x="31743" y="0"/>
                  </a:cubicBezTo>
                  <a:close/>
                </a:path>
              </a:pathLst>
            </a:custGeom>
            <a:ln w="9525" cap="sq">
              <a:solidFill>
                <a:srgbClr val="DADADA"/>
              </a:solidFill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642347" cy="342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7"/>
                </a:lnSpc>
              </a:pP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4304075" y="5293179"/>
            <a:ext cx="2571902" cy="1160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050" b="true">
                <a:solidFill>
                  <a:srgbClr val="1923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Desenvolvimento</a:t>
            </a:r>
          </a:p>
          <a:p>
            <a:pPr algn="l">
              <a:lnSpc>
                <a:spcPts val="1439"/>
              </a:lnSpc>
            </a:pPr>
          </a:p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APIs RESTful para gestão/estoque</a:t>
            </a:r>
          </a:p>
          <a:p>
            <a:pPr algn="l">
              <a:lnSpc>
                <a:spcPts val="1260"/>
              </a:lnSpc>
            </a:pPr>
          </a:p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PHP / Node.js</a:t>
            </a:r>
          </a:p>
          <a:p>
            <a:pPr algn="l">
              <a:lnSpc>
                <a:spcPts val="1260"/>
              </a:lnSpc>
            </a:pPr>
          </a:p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GitHub + algoritmos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7505700" y="1914525"/>
            <a:ext cx="28575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10B981"/>
                </a:solidFill>
                <a:latin typeface="Arial Bold"/>
                <a:ea typeface="Arial Bold"/>
                <a:cs typeface="Arial Bold"/>
                <a:sym typeface="Arial Bold"/>
              </a:rPr>
              <a:t>2024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696200" y="2486120"/>
            <a:ext cx="952500" cy="12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"/>
              </a:lnSpc>
            </a:pPr>
            <a:r>
              <a:rPr lang="en-US" sz="800" b="true">
                <a:solidFill>
                  <a:srgbClr val="047857"/>
                </a:solidFill>
                <a:latin typeface="Arial Bold"/>
                <a:ea typeface="Arial Bold"/>
                <a:cs typeface="Arial Bold"/>
                <a:sym typeface="Arial Bold"/>
              </a:rPr>
              <a:t>Jan/24 - Dez/24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573297" y="2657475"/>
            <a:ext cx="2334904" cy="87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100" b="true">
                <a:solidFill>
                  <a:srgbClr val="1923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Trabalho</a:t>
            </a:r>
          </a:p>
          <a:p>
            <a:pPr algn="l">
              <a:lnSpc>
                <a:spcPts val="1439"/>
              </a:lnSpc>
            </a:pPr>
          </a:p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Manutenção Strong-Tech</a:t>
            </a:r>
          </a:p>
          <a:p>
            <a:pPr algn="l">
              <a:lnSpc>
                <a:spcPts val="1320"/>
              </a:lnSpc>
            </a:pPr>
          </a:p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Hardware, infraestrutura e diagnóstico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7521293" y="3812042"/>
            <a:ext cx="2438912" cy="1302204"/>
            <a:chOff x="0" y="0"/>
            <a:chExt cx="642347" cy="342967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42347" cy="342967"/>
            </a:xfrm>
            <a:custGeom>
              <a:avLst/>
              <a:gdLst/>
              <a:ahLst/>
              <a:cxnLst/>
              <a:rect r="r" b="b" t="t" l="l"/>
              <a:pathLst>
                <a:path h="342967" w="642347">
                  <a:moveTo>
                    <a:pt x="31743" y="0"/>
                  </a:moveTo>
                  <a:lnTo>
                    <a:pt x="610604" y="0"/>
                  </a:lnTo>
                  <a:cubicBezTo>
                    <a:pt x="619023" y="0"/>
                    <a:pt x="627097" y="3344"/>
                    <a:pt x="633050" y="9297"/>
                  </a:cubicBezTo>
                  <a:cubicBezTo>
                    <a:pt x="639003" y="15250"/>
                    <a:pt x="642347" y="23324"/>
                    <a:pt x="642347" y="31743"/>
                  </a:cubicBezTo>
                  <a:lnTo>
                    <a:pt x="642347" y="311224"/>
                  </a:lnTo>
                  <a:cubicBezTo>
                    <a:pt x="642347" y="319643"/>
                    <a:pt x="639003" y="327717"/>
                    <a:pt x="633050" y="333670"/>
                  </a:cubicBezTo>
                  <a:cubicBezTo>
                    <a:pt x="627097" y="339623"/>
                    <a:pt x="619023" y="342967"/>
                    <a:pt x="610604" y="342967"/>
                  </a:cubicBezTo>
                  <a:lnTo>
                    <a:pt x="31743" y="342967"/>
                  </a:lnTo>
                  <a:cubicBezTo>
                    <a:pt x="23324" y="342967"/>
                    <a:pt x="15250" y="339623"/>
                    <a:pt x="9297" y="333670"/>
                  </a:cubicBezTo>
                  <a:cubicBezTo>
                    <a:pt x="3344" y="327717"/>
                    <a:pt x="0" y="319643"/>
                    <a:pt x="0" y="311224"/>
                  </a:cubicBezTo>
                  <a:lnTo>
                    <a:pt x="0" y="31743"/>
                  </a:lnTo>
                  <a:cubicBezTo>
                    <a:pt x="0" y="23324"/>
                    <a:pt x="3344" y="15250"/>
                    <a:pt x="9297" y="9297"/>
                  </a:cubicBezTo>
                  <a:cubicBezTo>
                    <a:pt x="15250" y="3344"/>
                    <a:pt x="23324" y="0"/>
                    <a:pt x="31743" y="0"/>
                  </a:cubicBezTo>
                  <a:close/>
                </a:path>
              </a:pathLst>
            </a:custGeom>
            <a:ln w="9525" cap="sq">
              <a:solidFill>
                <a:srgbClr val="DADADA"/>
              </a:solidFill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642347" cy="342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7"/>
                </a:lnSpc>
              </a:pP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7573297" y="3852848"/>
            <a:ext cx="2571902" cy="1160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050" b="true">
                <a:solidFill>
                  <a:srgbClr val="1923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Projetos &amp; Hackathons</a:t>
            </a:r>
          </a:p>
          <a:p>
            <a:pPr algn="l">
              <a:lnSpc>
                <a:spcPts val="1439"/>
              </a:lnSpc>
            </a:pPr>
          </a:p>
          <a:p>
            <a:pPr algn="l">
              <a:lnSpc>
                <a:spcPts val="1248"/>
              </a:lnSpc>
            </a:pPr>
            <a:r>
              <a:rPr lang="en-US" sz="104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Projeto TONI: chatbot com IA + WhatsApp</a:t>
            </a:r>
          </a:p>
          <a:p>
            <a:pPr algn="l">
              <a:lnSpc>
                <a:spcPts val="1248"/>
              </a:lnSpc>
            </a:pPr>
          </a:p>
          <a:p>
            <a:pPr algn="l">
              <a:lnSpc>
                <a:spcPts val="1248"/>
              </a:lnSpc>
            </a:pPr>
            <a:r>
              <a:rPr lang="en-US" sz="104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Kafnet: prototipação e entrega ágil</a:t>
            </a:r>
          </a:p>
          <a:p>
            <a:pPr algn="l">
              <a:lnSpc>
                <a:spcPts val="1248"/>
              </a:lnSpc>
            </a:pPr>
          </a:p>
          <a:p>
            <a:pPr algn="l">
              <a:lnSpc>
                <a:spcPts val="1248"/>
              </a:lnSpc>
            </a:pPr>
            <a:r>
              <a:rPr lang="en-US" sz="104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Portfólio web conectado ao GitHub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7521293" y="5264604"/>
            <a:ext cx="2438912" cy="1302204"/>
            <a:chOff x="0" y="0"/>
            <a:chExt cx="642347" cy="34296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42347" cy="342967"/>
            </a:xfrm>
            <a:custGeom>
              <a:avLst/>
              <a:gdLst/>
              <a:ahLst/>
              <a:cxnLst/>
              <a:rect r="r" b="b" t="t" l="l"/>
              <a:pathLst>
                <a:path h="342967" w="642347">
                  <a:moveTo>
                    <a:pt x="31743" y="0"/>
                  </a:moveTo>
                  <a:lnTo>
                    <a:pt x="610604" y="0"/>
                  </a:lnTo>
                  <a:cubicBezTo>
                    <a:pt x="619023" y="0"/>
                    <a:pt x="627097" y="3344"/>
                    <a:pt x="633050" y="9297"/>
                  </a:cubicBezTo>
                  <a:cubicBezTo>
                    <a:pt x="639003" y="15250"/>
                    <a:pt x="642347" y="23324"/>
                    <a:pt x="642347" y="31743"/>
                  </a:cubicBezTo>
                  <a:lnTo>
                    <a:pt x="642347" y="311224"/>
                  </a:lnTo>
                  <a:cubicBezTo>
                    <a:pt x="642347" y="319643"/>
                    <a:pt x="639003" y="327717"/>
                    <a:pt x="633050" y="333670"/>
                  </a:cubicBezTo>
                  <a:cubicBezTo>
                    <a:pt x="627097" y="339623"/>
                    <a:pt x="619023" y="342967"/>
                    <a:pt x="610604" y="342967"/>
                  </a:cubicBezTo>
                  <a:lnTo>
                    <a:pt x="31743" y="342967"/>
                  </a:lnTo>
                  <a:cubicBezTo>
                    <a:pt x="23324" y="342967"/>
                    <a:pt x="15250" y="339623"/>
                    <a:pt x="9297" y="333670"/>
                  </a:cubicBezTo>
                  <a:cubicBezTo>
                    <a:pt x="3344" y="327717"/>
                    <a:pt x="0" y="319643"/>
                    <a:pt x="0" y="311224"/>
                  </a:cubicBezTo>
                  <a:lnTo>
                    <a:pt x="0" y="31743"/>
                  </a:lnTo>
                  <a:cubicBezTo>
                    <a:pt x="0" y="23324"/>
                    <a:pt x="3344" y="15250"/>
                    <a:pt x="9297" y="9297"/>
                  </a:cubicBezTo>
                  <a:cubicBezTo>
                    <a:pt x="15250" y="3344"/>
                    <a:pt x="23324" y="0"/>
                    <a:pt x="31743" y="0"/>
                  </a:cubicBezTo>
                  <a:close/>
                </a:path>
              </a:pathLst>
            </a:custGeom>
            <a:ln w="9525" cap="sq">
              <a:solidFill>
                <a:srgbClr val="A6BDFF"/>
              </a:solidFill>
              <a:prstDash val="solid"/>
              <a:miter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642347" cy="342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7"/>
                </a:lnSpc>
              </a:pP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7573297" y="5342846"/>
            <a:ext cx="2239953" cy="1040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100" b="true">
                <a:solidFill>
                  <a:srgbClr val="1923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Formação</a:t>
            </a:r>
          </a:p>
          <a:p>
            <a:pPr algn="l">
              <a:lnSpc>
                <a:spcPts val="1439"/>
              </a:lnSpc>
            </a:pPr>
          </a:p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Inglês B1 (MET)</a:t>
            </a:r>
          </a:p>
          <a:p>
            <a:pPr algn="l">
              <a:lnSpc>
                <a:spcPts val="1320"/>
              </a:lnSpc>
            </a:pPr>
          </a:p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Continuidade em desenvolvimento e projetos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0782300" y="1914525"/>
            <a:ext cx="28575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10B981"/>
                </a:solidFill>
                <a:latin typeface="Arial Bold"/>
                <a:ea typeface="Arial Bold"/>
                <a:cs typeface="Arial Bold"/>
                <a:sym typeface="Arial Bold"/>
              </a:rPr>
              <a:t>2025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0972800" y="2476462"/>
            <a:ext cx="965865" cy="12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"/>
              </a:lnSpc>
            </a:pPr>
            <a:r>
              <a:rPr lang="en-US" sz="800" b="true">
                <a:solidFill>
                  <a:srgbClr val="047857"/>
                </a:solidFill>
                <a:latin typeface="Arial Bold"/>
                <a:ea typeface="Arial Bold"/>
                <a:cs typeface="Arial Bold"/>
                <a:sym typeface="Arial Bold"/>
              </a:rPr>
              <a:t>Jan/25 - Atualmente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0849645" y="2619380"/>
            <a:ext cx="1759408" cy="1394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8"/>
              </a:lnSpc>
            </a:pPr>
            <a:r>
              <a:rPr lang="en-US" sz="999" b="true">
                <a:solidFill>
                  <a:srgbClr val="1923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REVIO Tecnologia • CLT</a:t>
            </a:r>
          </a:p>
          <a:p>
            <a:pPr algn="l">
              <a:lnSpc>
                <a:spcPts val="1438"/>
              </a:lnSpc>
            </a:pPr>
          </a:p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Desenvolvedor Full Stack</a:t>
            </a:r>
          </a:p>
          <a:p>
            <a:pPr algn="l">
              <a:lnSpc>
                <a:spcPts val="1199"/>
              </a:lnSpc>
            </a:pPr>
          </a:p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Desenvolvimento e sustentação</a:t>
            </a:r>
          </a:p>
          <a:p>
            <a:pPr algn="l">
              <a:lnSpc>
                <a:spcPts val="1199"/>
              </a:lnSpc>
            </a:pPr>
          </a:p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Performance e débitos técnicos</a:t>
            </a:r>
          </a:p>
          <a:p>
            <a:pPr algn="l">
              <a:lnSpc>
                <a:spcPts val="1199"/>
              </a:lnSpc>
            </a:pPr>
          </a:p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Git para versionamento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10792899" y="4261553"/>
            <a:ext cx="2438912" cy="1302204"/>
            <a:chOff x="0" y="0"/>
            <a:chExt cx="642347" cy="342967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42347" cy="342967"/>
            </a:xfrm>
            <a:custGeom>
              <a:avLst/>
              <a:gdLst/>
              <a:ahLst/>
              <a:cxnLst/>
              <a:rect r="r" b="b" t="t" l="l"/>
              <a:pathLst>
                <a:path h="342967" w="642347">
                  <a:moveTo>
                    <a:pt x="31743" y="0"/>
                  </a:moveTo>
                  <a:lnTo>
                    <a:pt x="610604" y="0"/>
                  </a:lnTo>
                  <a:cubicBezTo>
                    <a:pt x="619023" y="0"/>
                    <a:pt x="627097" y="3344"/>
                    <a:pt x="633050" y="9297"/>
                  </a:cubicBezTo>
                  <a:cubicBezTo>
                    <a:pt x="639003" y="15250"/>
                    <a:pt x="642347" y="23324"/>
                    <a:pt x="642347" y="31743"/>
                  </a:cubicBezTo>
                  <a:lnTo>
                    <a:pt x="642347" y="311224"/>
                  </a:lnTo>
                  <a:cubicBezTo>
                    <a:pt x="642347" y="319643"/>
                    <a:pt x="639003" y="327717"/>
                    <a:pt x="633050" y="333670"/>
                  </a:cubicBezTo>
                  <a:cubicBezTo>
                    <a:pt x="627097" y="339623"/>
                    <a:pt x="619023" y="342967"/>
                    <a:pt x="610604" y="342967"/>
                  </a:cubicBezTo>
                  <a:lnTo>
                    <a:pt x="31743" y="342967"/>
                  </a:lnTo>
                  <a:cubicBezTo>
                    <a:pt x="23324" y="342967"/>
                    <a:pt x="15250" y="339623"/>
                    <a:pt x="9297" y="333670"/>
                  </a:cubicBezTo>
                  <a:cubicBezTo>
                    <a:pt x="3344" y="327717"/>
                    <a:pt x="0" y="319643"/>
                    <a:pt x="0" y="311224"/>
                  </a:cubicBezTo>
                  <a:lnTo>
                    <a:pt x="0" y="31743"/>
                  </a:lnTo>
                  <a:cubicBezTo>
                    <a:pt x="0" y="23324"/>
                    <a:pt x="3344" y="15250"/>
                    <a:pt x="9297" y="9297"/>
                  </a:cubicBezTo>
                  <a:cubicBezTo>
                    <a:pt x="15250" y="3344"/>
                    <a:pt x="23324" y="0"/>
                    <a:pt x="31743" y="0"/>
                  </a:cubicBezTo>
                  <a:close/>
                </a:path>
              </a:pathLst>
            </a:custGeom>
            <a:ln w="9525" cap="sq">
              <a:solidFill>
                <a:srgbClr val="DADADA"/>
              </a:solidFill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642347" cy="342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7"/>
                </a:lnSpc>
              </a:pP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10849645" y="4309178"/>
            <a:ext cx="2179944" cy="855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050" b="true">
                <a:solidFill>
                  <a:srgbClr val="1923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Eventos &amp; Aprendizado</a:t>
            </a:r>
          </a:p>
          <a:p>
            <a:pPr algn="l">
              <a:lnSpc>
                <a:spcPts val="1439"/>
              </a:lnSpc>
            </a:pPr>
          </a:p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FEBRABAN TECH e AB2L LawTech</a:t>
            </a:r>
          </a:p>
          <a:p>
            <a:pPr algn="l">
              <a:lnSpc>
                <a:spcPts val="1260"/>
              </a:lnSpc>
            </a:pPr>
          </a:p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Workshops de LLMs e agentes de IA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10792899" y="5720623"/>
            <a:ext cx="2438912" cy="1302204"/>
            <a:chOff x="0" y="0"/>
            <a:chExt cx="642347" cy="342967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42347" cy="342967"/>
            </a:xfrm>
            <a:custGeom>
              <a:avLst/>
              <a:gdLst/>
              <a:ahLst/>
              <a:cxnLst/>
              <a:rect r="r" b="b" t="t" l="l"/>
              <a:pathLst>
                <a:path h="342967" w="642347">
                  <a:moveTo>
                    <a:pt x="31743" y="0"/>
                  </a:moveTo>
                  <a:lnTo>
                    <a:pt x="610604" y="0"/>
                  </a:lnTo>
                  <a:cubicBezTo>
                    <a:pt x="619023" y="0"/>
                    <a:pt x="627097" y="3344"/>
                    <a:pt x="633050" y="9297"/>
                  </a:cubicBezTo>
                  <a:cubicBezTo>
                    <a:pt x="639003" y="15250"/>
                    <a:pt x="642347" y="23324"/>
                    <a:pt x="642347" y="31743"/>
                  </a:cubicBezTo>
                  <a:lnTo>
                    <a:pt x="642347" y="311224"/>
                  </a:lnTo>
                  <a:cubicBezTo>
                    <a:pt x="642347" y="319643"/>
                    <a:pt x="639003" y="327717"/>
                    <a:pt x="633050" y="333670"/>
                  </a:cubicBezTo>
                  <a:cubicBezTo>
                    <a:pt x="627097" y="339623"/>
                    <a:pt x="619023" y="342967"/>
                    <a:pt x="610604" y="342967"/>
                  </a:cubicBezTo>
                  <a:lnTo>
                    <a:pt x="31743" y="342967"/>
                  </a:lnTo>
                  <a:cubicBezTo>
                    <a:pt x="23324" y="342967"/>
                    <a:pt x="15250" y="339623"/>
                    <a:pt x="9297" y="333670"/>
                  </a:cubicBezTo>
                  <a:cubicBezTo>
                    <a:pt x="3344" y="327717"/>
                    <a:pt x="0" y="319643"/>
                    <a:pt x="0" y="311224"/>
                  </a:cubicBezTo>
                  <a:lnTo>
                    <a:pt x="0" y="31743"/>
                  </a:lnTo>
                  <a:cubicBezTo>
                    <a:pt x="0" y="23324"/>
                    <a:pt x="3344" y="15250"/>
                    <a:pt x="9297" y="9297"/>
                  </a:cubicBezTo>
                  <a:cubicBezTo>
                    <a:pt x="15250" y="3344"/>
                    <a:pt x="23324" y="0"/>
                    <a:pt x="31743" y="0"/>
                  </a:cubicBezTo>
                  <a:close/>
                </a:path>
              </a:pathLst>
            </a:custGeom>
            <a:ln w="9525" cap="sq">
              <a:solidFill>
                <a:srgbClr val="A6BDFF"/>
              </a:solidFill>
              <a:prstDash val="solid"/>
              <a:miter/>
            </a:ln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642347" cy="342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7"/>
                </a:lnSpc>
              </a:pPr>
            </a:p>
          </p:txBody>
        </p:sp>
      </p:grpSp>
      <p:sp>
        <p:nvSpPr>
          <p:cNvPr name="TextBox 82" id="82"/>
          <p:cNvSpPr txBox="true"/>
          <p:nvPr/>
        </p:nvSpPr>
        <p:spPr>
          <a:xfrm rot="0">
            <a:off x="10849645" y="5753157"/>
            <a:ext cx="2073674" cy="1102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100" b="true">
                <a:solidFill>
                  <a:srgbClr val="1923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Certificações</a:t>
            </a:r>
          </a:p>
          <a:p>
            <a:pPr algn="l">
              <a:lnSpc>
                <a:spcPts val="1655"/>
              </a:lnSpc>
            </a:pPr>
          </a:p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Cybersecurity (FIAP)</a:t>
            </a:r>
          </a:p>
          <a:p>
            <a:pPr algn="l">
              <a:lnSpc>
                <a:spcPts val="1320"/>
              </a:lnSpc>
            </a:pPr>
          </a:p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Gerenciamento de projetos e liderança (FM2S)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4058900" y="1914525"/>
            <a:ext cx="28575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10B981"/>
                </a:solidFill>
                <a:latin typeface="Arial Bold"/>
                <a:ea typeface="Arial Bold"/>
                <a:cs typeface="Arial Bold"/>
                <a:sym typeface="Arial Bold"/>
              </a:rPr>
              <a:t>2026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4267631" y="2495634"/>
            <a:ext cx="806347" cy="12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"/>
              </a:lnSpc>
            </a:pPr>
            <a:r>
              <a:rPr lang="en-US" sz="800" b="true">
                <a:solidFill>
                  <a:srgbClr val="047857"/>
                </a:solidFill>
                <a:latin typeface="Arial Bold"/>
                <a:ea typeface="Arial Bold"/>
                <a:cs typeface="Arial Bold"/>
                <a:sym typeface="Arial Bold"/>
              </a:rPr>
              <a:t>Visão de Futuro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4201775" y="2647950"/>
            <a:ext cx="2362712" cy="1464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050" b="true">
                <a:solidFill>
                  <a:srgbClr val="1923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Consolidação na REVIO</a:t>
            </a:r>
          </a:p>
          <a:p>
            <a:pPr algn="l">
              <a:lnSpc>
                <a:spcPts val="1439"/>
              </a:lnSpc>
            </a:pPr>
          </a:p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Evolução como desenvolvedor</a:t>
            </a:r>
          </a:p>
          <a:p>
            <a:pPr algn="l">
              <a:lnSpc>
                <a:spcPts val="1260"/>
              </a:lnSpc>
            </a:pPr>
          </a:p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Maior atuação em arquitetura e decisões técnicas</a:t>
            </a:r>
          </a:p>
          <a:p>
            <a:pPr algn="l">
              <a:lnSpc>
                <a:spcPts val="1260"/>
              </a:lnSpc>
            </a:pPr>
          </a:p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Preparação para referência técnica e mentoria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14108111" y="4306284"/>
            <a:ext cx="2438912" cy="1302204"/>
            <a:chOff x="0" y="0"/>
            <a:chExt cx="642347" cy="342967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42347" cy="342967"/>
            </a:xfrm>
            <a:custGeom>
              <a:avLst/>
              <a:gdLst/>
              <a:ahLst/>
              <a:cxnLst/>
              <a:rect r="r" b="b" t="t" l="l"/>
              <a:pathLst>
                <a:path h="342967" w="642347">
                  <a:moveTo>
                    <a:pt x="31743" y="0"/>
                  </a:moveTo>
                  <a:lnTo>
                    <a:pt x="610604" y="0"/>
                  </a:lnTo>
                  <a:cubicBezTo>
                    <a:pt x="619023" y="0"/>
                    <a:pt x="627097" y="3344"/>
                    <a:pt x="633050" y="9297"/>
                  </a:cubicBezTo>
                  <a:cubicBezTo>
                    <a:pt x="639003" y="15250"/>
                    <a:pt x="642347" y="23324"/>
                    <a:pt x="642347" y="31743"/>
                  </a:cubicBezTo>
                  <a:lnTo>
                    <a:pt x="642347" y="311224"/>
                  </a:lnTo>
                  <a:cubicBezTo>
                    <a:pt x="642347" y="319643"/>
                    <a:pt x="639003" y="327717"/>
                    <a:pt x="633050" y="333670"/>
                  </a:cubicBezTo>
                  <a:cubicBezTo>
                    <a:pt x="627097" y="339623"/>
                    <a:pt x="619023" y="342967"/>
                    <a:pt x="610604" y="342967"/>
                  </a:cubicBezTo>
                  <a:lnTo>
                    <a:pt x="31743" y="342967"/>
                  </a:lnTo>
                  <a:cubicBezTo>
                    <a:pt x="23324" y="342967"/>
                    <a:pt x="15250" y="339623"/>
                    <a:pt x="9297" y="333670"/>
                  </a:cubicBezTo>
                  <a:cubicBezTo>
                    <a:pt x="3344" y="327717"/>
                    <a:pt x="0" y="319643"/>
                    <a:pt x="0" y="311224"/>
                  </a:cubicBezTo>
                  <a:lnTo>
                    <a:pt x="0" y="31743"/>
                  </a:lnTo>
                  <a:cubicBezTo>
                    <a:pt x="0" y="23324"/>
                    <a:pt x="3344" y="15250"/>
                    <a:pt x="9297" y="9297"/>
                  </a:cubicBezTo>
                  <a:cubicBezTo>
                    <a:pt x="15250" y="3344"/>
                    <a:pt x="23324" y="0"/>
                    <a:pt x="31743" y="0"/>
                  </a:cubicBezTo>
                  <a:close/>
                </a:path>
              </a:pathLst>
            </a:custGeom>
            <a:ln w="9525" cap="sq">
              <a:solidFill>
                <a:srgbClr val="DADADA"/>
              </a:solidFill>
              <a:prstDash val="solid"/>
              <a:miter/>
            </a:ln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642347" cy="342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7"/>
                </a:lnSpc>
              </a:pPr>
            </a:p>
          </p:txBody>
        </p:sp>
      </p:grpSp>
      <p:sp>
        <p:nvSpPr>
          <p:cNvPr name="TextBox 89" id="89"/>
          <p:cNvSpPr txBox="true"/>
          <p:nvPr/>
        </p:nvSpPr>
        <p:spPr>
          <a:xfrm rot="0">
            <a:off x="14192174" y="4318330"/>
            <a:ext cx="1563782" cy="1160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050" b="true">
                <a:solidFill>
                  <a:srgbClr val="1923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Próximos focos</a:t>
            </a:r>
          </a:p>
          <a:p>
            <a:pPr algn="l">
              <a:lnSpc>
                <a:spcPts val="1439"/>
              </a:lnSpc>
            </a:pPr>
          </a:p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Lean Six Sigma Green Belt</a:t>
            </a:r>
          </a:p>
          <a:p>
            <a:pPr algn="l">
              <a:lnSpc>
                <a:spcPts val="1260"/>
              </a:lnSpc>
            </a:pPr>
          </a:p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Azure DevOps / AZ-204</a:t>
            </a:r>
          </a:p>
          <a:p>
            <a:pPr algn="l">
              <a:lnSpc>
                <a:spcPts val="1260"/>
              </a:lnSpc>
            </a:pPr>
          </a:p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CI/CD, cloud e automação</a:t>
            </a:r>
          </a:p>
        </p:txBody>
      </p:sp>
      <p:grpSp>
        <p:nvGrpSpPr>
          <p:cNvPr name="Group 90" id="90"/>
          <p:cNvGrpSpPr/>
          <p:nvPr/>
        </p:nvGrpSpPr>
        <p:grpSpPr>
          <a:xfrm rot="0">
            <a:off x="14162472" y="7215493"/>
            <a:ext cx="2438912" cy="1302204"/>
            <a:chOff x="0" y="0"/>
            <a:chExt cx="642347" cy="342967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42347" cy="342967"/>
            </a:xfrm>
            <a:custGeom>
              <a:avLst/>
              <a:gdLst/>
              <a:ahLst/>
              <a:cxnLst/>
              <a:rect r="r" b="b" t="t" l="l"/>
              <a:pathLst>
                <a:path h="342967" w="642347">
                  <a:moveTo>
                    <a:pt x="31743" y="0"/>
                  </a:moveTo>
                  <a:lnTo>
                    <a:pt x="610604" y="0"/>
                  </a:lnTo>
                  <a:cubicBezTo>
                    <a:pt x="619023" y="0"/>
                    <a:pt x="627097" y="3344"/>
                    <a:pt x="633050" y="9297"/>
                  </a:cubicBezTo>
                  <a:cubicBezTo>
                    <a:pt x="639003" y="15250"/>
                    <a:pt x="642347" y="23324"/>
                    <a:pt x="642347" y="31743"/>
                  </a:cubicBezTo>
                  <a:lnTo>
                    <a:pt x="642347" y="311224"/>
                  </a:lnTo>
                  <a:cubicBezTo>
                    <a:pt x="642347" y="319643"/>
                    <a:pt x="639003" y="327717"/>
                    <a:pt x="633050" y="333670"/>
                  </a:cubicBezTo>
                  <a:cubicBezTo>
                    <a:pt x="627097" y="339623"/>
                    <a:pt x="619023" y="342967"/>
                    <a:pt x="610604" y="342967"/>
                  </a:cubicBezTo>
                  <a:lnTo>
                    <a:pt x="31743" y="342967"/>
                  </a:lnTo>
                  <a:cubicBezTo>
                    <a:pt x="23324" y="342967"/>
                    <a:pt x="15250" y="339623"/>
                    <a:pt x="9297" y="333670"/>
                  </a:cubicBezTo>
                  <a:cubicBezTo>
                    <a:pt x="3344" y="327717"/>
                    <a:pt x="0" y="319643"/>
                    <a:pt x="0" y="311224"/>
                  </a:cubicBezTo>
                  <a:lnTo>
                    <a:pt x="0" y="31743"/>
                  </a:lnTo>
                  <a:cubicBezTo>
                    <a:pt x="0" y="23324"/>
                    <a:pt x="3344" y="15250"/>
                    <a:pt x="9297" y="9297"/>
                  </a:cubicBezTo>
                  <a:cubicBezTo>
                    <a:pt x="15250" y="3344"/>
                    <a:pt x="23324" y="0"/>
                    <a:pt x="31743" y="0"/>
                  </a:cubicBezTo>
                  <a:close/>
                </a:path>
              </a:pathLst>
            </a:custGeom>
            <a:ln w="9525" cap="sq">
              <a:solidFill>
                <a:srgbClr val="DADADA"/>
              </a:solidFill>
              <a:prstDash val="solid"/>
              <a:miter/>
            </a:ln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642347" cy="342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7"/>
                </a:lnSpc>
              </a:pPr>
            </a:p>
          </p:txBody>
        </p:sp>
      </p:grpSp>
      <p:sp>
        <p:nvSpPr>
          <p:cNvPr name="TextBox 93" id="93"/>
          <p:cNvSpPr txBox="true"/>
          <p:nvPr/>
        </p:nvSpPr>
        <p:spPr>
          <a:xfrm rot="0">
            <a:off x="14222922" y="7257923"/>
            <a:ext cx="1825182" cy="1183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7"/>
              </a:lnSpc>
            </a:pPr>
            <a:r>
              <a:rPr lang="en-US" sz="1050" b="true">
                <a:solidFill>
                  <a:srgbClr val="1923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Comunidade Tech</a:t>
            </a:r>
          </a:p>
          <a:p>
            <a:pPr algn="l">
              <a:lnSpc>
                <a:spcPts val="1517"/>
              </a:lnSpc>
            </a:pPr>
          </a:p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Imersão técnica na IBM</a:t>
            </a:r>
          </a:p>
          <a:p>
            <a:pPr algn="l">
              <a:lnSpc>
                <a:spcPts val="1260"/>
              </a:lnSpc>
            </a:pPr>
          </a:p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Participação na FebrabanTech</a:t>
            </a:r>
          </a:p>
          <a:p>
            <a:pPr algn="l">
              <a:lnSpc>
                <a:spcPts val="1260"/>
              </a:lnSpc>
            </a:pPr>
          </a:p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Feiras Tecnologia</a:t>
            </a:r>
          </a:p>
        </p:txBody>
      </p:sp>
      <p:grpSp>
        <p:nvGrpSpPr>
          <p:cNvPr name="Group 94" id="94"/>
          <p:cNvGrpSpPr/>
          <p:nvPr/>
        </p:nvGrpSpPr>
        <p:grpSpPr>
          <a:xfrm rot="0">
            <a:off x="14125575" y="5760889"/>
            <a:ext cx="2438912" cy="1302204"/>
            <a:chOff x="0" y="0"/>
            <a:chExt cx="642347" cy="342967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42347" cy="342967"/>
            </a:xfrm>
            <a:custGeom>
              <a:avLst/>
              <a:gdLst/>
              <a:ahLst/>
              <a:cxnLst/>
              <a:rect r="r" b="b" t="t" l="l"/>
              <a:pathLst>
                <a:path h="342967" w="642347">
                  <a:moveTo>
                    <a:pt x="31743" y="0"/>
                  </a:moveTo>
                  <a:lnTo>
                    <a:pt x="610604" y="0"/>
                  </a:lnTo>
                  <a:cubicBezTo>
                    <a:pt x="619023" y="0"/>
                    <a:pt x="627097" y="3344"/>
                    <a:pt x="633050" y="9297"/>
                  </a:cubicBezTo>
                  <a:cubicBezTo>
                    <a:pt x="639003" y="15250"/>
                    <a:pt x="642347" y="23324"/>
                    <a:pt x="642347" y="31743"/>
                  </a:cubicBezTo>
                  <a:lnTo>
                    <a:pt x="642347" y="311224"/>
                  </a:lnTo>
                  <a:cubicBezTo>
                    <a:pt x="642347" y="319643"/>
                    <a:pt x="639003" y="327717"/>
                    <a:pt x="633050" y="333670"/>
                  </a:cubicBezTo>
                  <a:cubicBezTo>
                    <a:pt x="627097" y="339623"/>
                    <a:pt x="619023" y="342967"/>
                    <a:pt x="610604" y="342967"/>
                  </a:cubicBezTo>
                  <a:lnTo>
                    <a:pt x="31743" y="342967"/>
                  </a:lnTo>
                  <a:cubicBezTo>
                    <a:pt x="23324" y="342967"/>
                    <a:pt x="15250" y="339623"/>
                    <a:pt x="9297" y="333670"/>
                  </a:cubicBezTo>
                  <a:cubicBezTo>
                    <a:pt x="3344" y="327717"/>
                    <a:pt x="0" y="319643"/>
                    <a:pt x="0" y="311224"/>
                  </a:cubicBezTo>
                  <a:lnTo>
                    <a:pt x="0" y="31743"/>
                  </a:lnTo>
                  <a:cubicBezTo>
                    <a:pt x="0" y="23324"/>
                    <a:pt x="3344" y="15250"/>
                    <a:pt x="9297" y="9297"/>
                  </a:cubicBezTo>
                  <a:cubicBezTo>
                    <a:pt x="15250" y="3344"/>
                    <a:pt x="23324" y="0"/>
                    <a:pt x="31743" y="0"/>
                  </a:cubicBezTo>
                  <a:close/>
                </a:path>
              </a:pathLst>
            </a:custGeom>
            <a:ln w="9525" cap="sq">
              <a:solidFill>
                <a:srgbClr val="DADADA"/>
              </a:solidFill>
              <a:prstDash val="solid"/>
              <a:miter/>
            </a:ln>
          </p:spPr>
        </p:sp>
        <p:sp>
          <p:nvSpPr>
            <p:cNvPr name="TextBox 96" id="96"/>
            <p:cNvSpPr txBox="true"/>
            <p:nvPr/>
          </p:nvSpPr>
          <p:spPr>
            <a:xfrm>
              <a:off x="0" y="0"/>
              <a:ext cx="642347" cy="342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7"/>
                </a:lnSpc>
              </a:pPr>
            </a:p>
          </p:txBody>
        </p:sp>
      </p:grpSp>
      <p:sp>
        <p:nvSpPr>
          <p:cNvPr name="TextBox 97" id="97"/>
          <p:cNvSpPr txBox="true"/>
          <p:nvPr/>
        </p:nvSpPr>
        <p:spPr>
          <a:xfrm rot="0">
            <a:off x="14192174" y="5834368"/>
            <a:ext cx="2571902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050" b="true">
                <a:solidFill>
                  <a:srgbClr val="1923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Prática profissional</a:t>
            </a:r>
          </a:p>
          <a:p>
            <a:pPr algn="l">
              <a:lnSpc>
                <a:spcPts val="1439"/>
              </a:lnSpc>
            </a:pPr>
          </a:p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Padronização da documentação</a:t>
            </a:r>
          </a:p>
          <a:p>
            <a:pPr algn="l">
              <a:lnSpc>
                <a:spcPts val="1260"/>
              </a:lnSpc>
            </a:pPr>
          </a:p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19232D"/>
                </a:solidFill>
                <a:latin typeface="Calibri (MS)"/>
                <a:ea typeface="Calibri (MS)"/>
                <a:cs typeface="Calibri (MS)"/>
                <a:sym typeface="Calibri (MS)"/>
              </a:rPr>
              <a:t>• Métricas, qualidade e melhoria contínua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71896" y="6145759"/>
            <a:ext cx="10471594" cy="5235797"/>
          </a:xfrm>
          <a:custGeom>
            <a:avLst/>
            <a:gdLst/>
            <a:ahLst/>
            <a:cxnLst/>
            <a:rect r="r" b="b" t="t" l="l"/>
            <a:pathLst>
              <a:path h="5235797" w="10471594">
                <a:moveTo>
                  <a:pt x="0" y="0"/>
                </a:moveTo>
                <a:lnTo>
                  <a:pt x="10471594" y="0"/>
                </a:lnTo>
                <a:lnTo>
                  <a:pt x="10471594" y="5235797"/>
                </a:lnTo>
                <a:lnTo>
                  <a:pt x="0" y="52357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0" r="0" b="-9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638140">
            <a:off x="15586386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707334" y="847725"/>
          <a:ext cx="9525000" cy="8559800"/>
        </p:xfrm>
        <a:graphic>
          <a:graphicData uri="http://schemas.openxmlformats.org/drawingml/2006/table">
            <a:tbl>
              <a:tblPr/>
              <a:tblGrid>
                <a:gridCol w="4762500"/>
                <a:gridCol w="4762500"/>
              </a:tblGrid>
              <a:tr h="28192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Certificado na Língua Inglesa (2024): Certificação de proficiência da língua inglesa B1 - MET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Programação em PHP, Python &amp; JS, TS, Docker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279667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Certificado em Lean Seis Sigma (2022): Certificado de "Lean Seis Sigma - Yeloow Belt" -FM2S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Gestor de Projetos &amp; Equipes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  <a:tr h="29438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Certificado em Fluxograma, SIPOC e Mapeamento de Processos (2026) - FM2S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Visão Critica para projetos e ações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</a:tbl>
          </a:graphicData>
        </a:graphic>
      </p:graphicFrame>
      <p:sp>
        <p:nvSpPr>
          <p:cNvPr name="Freeform 5" id="5"/>
          <p:cNvSpPr/>
          <p:nvPr/>
        </p:nvSpPr>
        <p:spPr>
          <a:xfrm flipH="false" flipV="false" rot="0">
            <a:off x="-1052674" y="-803824"/>
            <a:ext cx="11066669" cy="1540793"/>
          </a:xfrm>
          <a:custGeom>
            <a:avLst/>
            <a:gdLst/>
            <a:ahLst/>
            <a:cxnLst/>
            <a:rect r="r" b="b" t="t" l="l"/>
            <a:pathLst>
              <a:path h="1540793" w="11066669">
                <a:moveTo>
                  <a:pt x="0" y="0"/>
                </a:moveTo>
                <a:lnTo>
                  <a:pt x="11066668" y="0"/>
                </a:lnTo>
                <a:lnTo>
                  <a:pt x="11066668" y="1540792"/>
                </a:lnTo>
                <a:lnTo>
                  <a:pt x="0" y="15407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5143500"/>
            <a:ext cx="4508249" cy="4114800"/>
          </a:xfrm>
          <a:custGeom>
            <a:avLst/>
            <a:gdLst/>
            <a:ahLst/>
            <a:cxnLst/>
            <a:rect r="r" b="b" t="t" l="l"/>
            <a:pathLst>
              <a:path h="4114800" w="4508249">
                <a:moveTo>
                  <a:pt x="0" y="0"/>
                </a:moveTo>
                <a:lnTo>
                  <a:pt x="4508249" y="0"/>
                </a:lnTo>
                <a:lnTo>
                  <a:pt x="4508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389" r="0" b="-38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30920" y="2613127"/>
            <a:ext cx="5103800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b="true" sz="6998" spc="-139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Certificados &amp; Habilidades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87139" y="-9285761"/>
            <a:ext cx="13313731" cy="13313731"/>
            <a:chOff x="0" y="0"/>
            <a:chExt cx="17751641" cy="177516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51552" cy="17751552"/>
            </a:xfrm>
            <a:custGeom>
              <a:avLst/>
              <a:gdLst/>
              <a:ahLst/>
              <a:cxnLst/>
              <a:rect r="r" b="b" t="t" l="l"/>
              <a:pathLst>
                <a:path h="17751552" w="17751552">
                  <a:moveTo>
                    <a:pt x="8875776" y="0"/>
                  </a:moveTo>
                  <a:cubicBezTo>
                    <a:pt x="3973830" y="0"/>
                    <a:pt x="0" y="3973830"/>
                    <a:pt x="0" y="8875776"/>
                  </a:cubicBezTo>
                  <a:cubicBezTo>
                    <a:pt x="0" y="13777722"/>
                    <a:pt x="3973830" y="17751552"/>
                    <a:pt x="8875776" y="17751552"/>
                  </a:cubicBezTo>
                  <a:cubicBezTo>
                    <a:pt x="13777722" y="17751552"/>
                    <a:pt x="17751552" y="13777722"/>
                    <a:pt x="17751552" y="8875776"/>
                  </a:cubicBezTo>
                  <a:cubicBezTo>
                    <a:pt x="17751552" y="3973830"/>
                    <a:pt x="13777849" y="0"/>
                    <a:pt x="8875776" y="0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sp>
        <p:nvSpPr>
          <p:cNvPr name="AutoShape 4" id="4"/>
          <p:cNvSpPr/>
          <p:nvPr/>
        </p:nvSpPr>
        <p:spPr>
          <a:xfrm rot="-5412180">
            <a:off x="4929873" y="5824290"/>
            <a:ext cx="2683259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-5387820">
            <a:off x="10669038" y="5824290"/>
            <a:ext cx="2683259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2370706" y="8104927"/>
            <a:ext cx="2398766" cy="2040331"/>
            <a:chOff x="0" y="0"/>
            <a:chExt cx="3198355" cy="27204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98368" cy="2720467"/>
            </a:xfrm>
            <a:custGeom>
              <a:avLst/>
              <a:gdLst/>
              <a:ahLst/>
              <a:cxnLst/>
              <a:rect r="r" b="b" t="t" l="l"/>
              <a:pathLst>
                <a:path h="2720467" w="3198368">
                  <a:moveTo>
                    <a:pt x="0" y="0"/>
                  </a:moveTo>
                  <a:lnTo>
                    <a:pt x="3198368" y="0"/>
                  </a:lnTo>
                  <a:lnTo>
                    <a:pt x="3198368" y="2720467"/>
                  </a:lnTo>
                  <a:lnTo>
                    <a:pt x="0" y="2720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742777" y="7960138"/>
            <a:ext cx="2802446" cy="2185121"/>
            <a:chOff x="0" y="0"/>
            <a:chExt cx="3736594" cy="29134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36594" cy="2913507"/>
            </a:xfrm>
            <a:custGeom>
              <a:avLst/>
              <a:gdLst/>
              <a:ahLst/>
              <a:cxnLst/>
              <a:rect r="r" b="b" t="t" l="l"/>
              <a:pathLst>
                <a:path h="2913507" w="3736594">
                  <a:moveTo>
                    <a:pt x="0" y="0"/>
                  </a:moveTo>
                  <a:lnTo>
                    <a:pt x="3736594" y="0"/>
                  </a:lnTo>
                  <a:lnTo>
                    <a:pt x="3736594" y="2913507"/>
                  </a:lnTo>
                  <a:lnTo>
                    <a:pt x="0" y="2913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0353" r="0" b="-1035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728802" y="7664863"/>
            <a:ext cx="2678954" cy="2521363"/>
            <a:chOff x="0" y="0"/>
            <a:chExt cx="3571938" cy="33618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71875" cy="3361817"/>
            </a:xfrm>
            <a:custGeom>
              <a:avLst/>
              <a:gdLst/>
              <a:ahLst/>
              <a:cxnLst/>
              <a:rect r="r" b="b" t="t" l="l"/>
              <a:pathLst>
                <a:path h="3361817" w="3571875">
                  <a:moveTo>
                    <a:pt x="0" y="0"/>
                  </a:moveTo>
                  <a:lnTo>
                    <a:pt x="3571875" y="0"/>
                  </a:lnTo>
                  <a:lnTo>
                    <a:pt x="3571875" y="3361817"/>
                  </a:lnTo>
                  <a:lnTo>
                    <a:pt x="0" y="3361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388283" y="1276321"/>
            <a:ext cx="751142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8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MINHAS METRICAS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5428240"/>
            <a:ext cx="4752261" cy="2531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Uma boa organização, tanto em equipe quanto em projetos, pode aumentar significativamente a eficácia da equipe. Ela traz clareza nas responsabilidades, melhora a comunicação, e otimiza a gestão do tempo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4742221"/>
            <a:ext cx="4752261" cy="412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sz="26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ORGANIZAÇÃO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67865" y="5856865"/>
            <a:ext cx="4752261" cy="1808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Facilite o processo e também avalie constantemente o progresso, identificando possíveis falhas, inconsistências e oportunidades de melhoria.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67865" y="4742221"/>
            <a:ext cx="4752261" cy="84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sz="26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MEDIAR PROJETOS COM VISÃO CRITICA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01210" y="5856865"/>
            <a:ext cx="4752261" cy="1084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São essenciais para enfrentar novos desafios e para melhorar antigas soluçoes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01210" y="4742221"/>
            <a:ext cx="4752261" cy="84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sz="26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SOLUÇÕES CRIATIVAS E FUNCIONAIS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01894" y="2403415"/>
            <a:ext cx="5282803" cy="7210282"/>
          </a:xfrm>
          <a:custGeom>
            <a:avLst/>
            <a:gdLst/>
            <a:ahLst/>
            <a:cxnLst/>
            <a:rect r="r" b="b" t="t" l="l"/>
            <a:pathLst>
              <a:path h="7210282" w="5282803">
                <a:moveTo>
                  <a:pt x="0" y="0"/>
                </a:moveTo>
                <a:lnTo>
                  <a:pt x="5282803" y="0"/>
                </a:lnTo>
                <a:lnTo>
                  <a:pt x="5282803" y="7210282"/>
                </a:lnTo>
                <a:lnTo>
                  <a:pt x="0" y="7210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502594" y="2403415"/>
            <a:ext cx="5282803" cy="7210282"/>
          </a:xfrm>
          <a:custGeom>
            <a:avLst/>
            <a:gdLst/>
            <a:ahLst/>
            <a:cxnLst/>
            <a:rect r="r" b="b" t="t" l="l"/>
            <a:pathLst>
              <a:path h="7210282" w="5282803">
                <a:moveTo>
                  <a:pt x="0" y="0"/>
                </a:moveTo>
                <a:lnTo>
                  <a:pt x="5282803" y="0"/>
                </a:lnTo>
                <a:lnTo>
                  <a:pt x="5282803" y="7210282"/>
                </a:lnTo>
                <a:lnTo>
                  <a:pt x="0" y="7210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03294" y="2403415"/>
            <a:ext cx="5282803" cy="7210282"/>
          </a:xfrm>
          <a:custGeom>
            <a:avLst/>
            <a:gdLst/>
            <a:ahLst/>
            <a:cxnLst/>
            <a:rect r="r" b="b" t="t" l="l"/>
            <a:pathLst>
              <a:path h="7210282" w="5282803">
                <a:moveTo>
                  <a:pt x="0" y="0"/>
                </a:moveTo>
                <a:lnTo>
                  <a:pt x="5282803" y="0"/>
                </a:lnTo>
                <a:lnTo>
                  <a:pt x="5282803" y="7210282"/>
                </a:lnTo>
                <a:lnTo>
                  <a:pt x="0" y="7210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59091" y="4381567"/>
            <a:ext cx="4568428" cy="596503"/>
          </a:xfrm>
          <a:custGeom>
            <a:avLst/>
            <a:gdLst/>
            <a:ahLst/>
            <a:cxnLst/>
            <a:rect r="r" b="b" t="t" l="l"/>
            <a:pathLst>
              <a:path h="596503" w="4568428">
                <a:moveTo>
                  <a:pt x="0" y="0"/>
                </a:moveTo>
                <a:lnTo>
                  <a:pt x="4568428" y="0"/>
                </a:lnTo>
                <a:lnTo>
                  <a:pt x="4568428" y="596503"/>
                </a:lnTo>
                <a:lnTo>
                  <a:pt x="0" y="5965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59091" y="5095942"/>
            <a:ext cx="4568428" cy="596503"/>
          </a:xfrm>
          <a:custGeom>
            <a:avLst/>
            <a:gdLst/>
            <a:ahLst/>
            <a:cxnLst/>
            <a:rect r="r" b="b" t="t" l="l"/>
            <a:pathLst>
              <a:path h="596503" w="4568428">
                <a:moveTo>
                  <a:pt x="0" y="0"/>
                </a:moveTo>
                <a:lnTo>
                  <a:pt x="4568428" y="0"/>
                </a:lnTo>
                <a:lnTo>
                  <a:pt x="4568428" y="596503"/>
                </a:lnTo>
                <a:lnTo>
                  <a:pt x="0" y="5965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59091" y="5810317"/>
            <a:ext cx="4568428" cy="596503"/>
          </a:xfrm>
          <a:custGeom>
            <a:avLst/>
            <a:gdLst/>
            <a:ahLst/>
            <a:cxnLst/>
            <a:rect r="r" b="b" t="t" l="l"/>
            <a:pathLst>
              <a:path h="596503" w="4568428">
                <a:moveTo>
                  <a:pt x="0" y="0"/>
                </a:moveTo>
                <a:lnTo>
                  <a:pt x="4568428" y="0"/>
                </a:lnTo>
                <a:lnTo>
                  <a:pt x="4568428" y="596503"/>
                </a:lnTo>
                <a:lnTo>
                  <a:pt x="0" y="5965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59091" y="6524692"/>
            <a:ext cx="4568428" cy="596503"/>
          </a:xfrm>
          <a:custGeom>
            <a:avLst/>
            <a:gdLst/>
            <a:ahLst/>
            <a:cxnLst/>
            <a:rect r="r" b="b" t="t" l="l"/>
            <a:pathLst>
              <a:path h="596503" w="4568428">
                <a:moveTo>
                  <a:pt x="0" y="0"/>
                </a:moveTo>
                <a:lnTo>
                  <a:pt x="4568428" y="0"/>
                </a:lnTo>
                <a:lnTo>
                  <a:pt x="4568428" y="596503"/>
                </a:lnTo>
                <a:lnTo>
                  <a:pt x="0" y="5965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59091" y="7239067"/>
            <a:ext cx="4568428" cy="596503"/>
          </a:xfrm>
          <a:custGeom>
            <a:avLst/>
            <a:gdLst/>
            <a:ahLst/>
            <a:cxnLst/>
            <a:rect r="r" b="b" t="t" l="l"/>
            <a:pathLst>
              <a:path h="596503" w="4568428">
                <a:moveTo>
                  <a:pt x="0" y="0"/>
                </a:moveTo>
                <a:lnTo>
                  <a:pt x="4568428" y="0"/>
                </a:lnTo>
                <a:lnTo>
                  <a:pt x="4568428" y="596503"/>
                </a:lnTo>
                <a:lnTo>
                  <a:pt x="0" y="5965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59091" y="7953442"/>
            <a:ext cx="4568428" cy="596503"/>
          </a:xfrm>
          <a:custGeom>
            <a:avLst/>
            <a:gdLst/>
            <a:ahLst/>
            <a:cxnLst/>
            <a:rect r="r" b="b" t="t" l="l"/>
            <a:pathLst>
              <a:path h="596503" w="4568428">
                <a:moveTo>
                  <a:pt x="0" y="0"/>
                </a:moveTo>
                <a:lnTo>
                  <a:pt x="4568428" y="0"/>
                </a:lnTo>
                <a:lnTo>
                  <a:pt x="4568428" y="596503"/>
                </a:lnTo>
                <a:lnTo>
                  <a:pt x="0" y="5965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866934" y="4381567"/>
            <a:ext cx="4568428" cy="710803"/>
          </a:xfrm>
          <a:custGeom>
            <a:avLst/>
            <a:gdLst/>
            <a:ahLst/>
            <a:cxnLst/>
            <a:rect r="r" b="b" t="t" l="l"/>
            <a:pathLst>
              <a:path h="710803" w="4568428">
                <a:moveTo>
                  <a:pt x="0" y="0"/>
                </a:moveTo>
                <a:lnTo>
                  <a:pt x="4568429" y="0"/>
                </a:lnTo>
                <a:lnTo>
                  <a:pt x="4568429" y="710803"/>
                </a:lnTo>
                <a:lnTo>
                  <a:pt x="0" y="7108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866934" y="5238817"/>
            <a:ext cx="4568428" cy="710803"/>
          </a:xfrm>
          <a:custGeom>
            <a:avLst/>
            <a:gdLst/>
            <a:ahLst/>
            <a:cxnLst/>
            <a:rect r="r" b="b" t="t" l="l"/>
            <a:pathLst>
              <a:path h="710803" w="4568428">
                <a:moveTo>
                  <a:pt x="0" y="0"/>
                </a:moveTo>
                <a:lnTo>
                  <a:pt x="4568429" y="0"/>
                </a:lnTo>
                <a:lnTo>
                  <a:pt x="4568429" y="710803"/>
                </a:lnTo>
                <a:lnTo>
                  <a:pt x="0" y="7108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66934" y="6096067"/>
            <a:ext cx="4568428" cy="710803"/>
          </a:xfrm>
          <a:custGeom>
            <a:avLst/>
            <a:gdLst/>
            <a:ahLst/>
            <a:cxnLst/>
            <a:rect r="r" b="b" t="t" l="l"/>
            <a:pathLst>
              <a:path h="710803" w="4568428">
                <a:moveTo>
                  <a:pt x="0" y="0"/>
                </a:moveTo>
                <a:lnTo>
                  <a:pt x="4568429" y="0"/>
                </a:lnTo>
                <a:lnTo>
                  <a:pt x="4568429" y="710803"/>
                </a:lnTo>
                <a:lnTo>
                  <a:pt x="0" y="7108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437269" y="4381567"/>
            <a:ext cx="4568428" cy="596503"/>
          </a:xfrm>
          <a:custGeom>
            <a:avLst/>
            <a:gdLst/>
            <a:ahLst/>
            <a:cxnLst/>
            <a:rect r="r" b="b" t="t" l="l"/>
            <a:pathLst>
              <a:path h="596503" w="4568428">
                <a:moveTo>
                  <a:pt x="0" y="0"/>
                </a:moveTo>
                <a:lnTo>
                  <a:pt x="4568428" y="0"/>
                </a:lnTo>
                <a:lnTo>
                  <a:pt x="4568428" y="596503"/>
                </a:lnTo>
                <a:lnTo>
                  <a:pt x="0" y="5965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437269" y="5183457"/>
            <a:ext cx="4568428" cy="596503"/>
          </a:xfrm>
          <a:custGeom>
            <a:avLst/>
            <a:gdLst/>
            <a:ahLst/>
            <a:cxnLst/>
            <a:rect r="r" b="b" t="t" l="l"/>
            <a:pathLst>
              <a:path h="596503" w="4568428">
                <a:moveTo>
                  <a:pt x="0" y="0"/>
                </a:moveTo>
                <a:lnTo>
                  <a:pt x="4568428" y="0"/>
                </a:lnTo>
                <a:lnTo>
                  <a:pt x="4568428" y="596503"/>
                </a:lnTo>
                <a:lnTo>
                  <a:pt x="0" y="5965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437269" y="6787229"/>
            <a:ext cx="4568428" cy="596503"/>
          </a:xfrm>
          <a:custGeom>
            <a:avLst/>
            <a:gdLst/>
            <a:ahLst/>
            <a:cxnLst/>
            <a:rect r="r" b="b" t="t" l="l"/>
            <a:pathLst>
              <a:path h="596503" w="4568428">
                <a:moveTo>
                  <a:pt x="0" y="0"/>
                </a:moveTo>
                <a:lnTo>
                  <a:pt x="4568428" y="0"/>
                </a:lnTo>
                <a:lnTo>
                  <a:pt x="4568428" y="596503"/>
                </a:lnTo>
                <a:lnTo>
                  <a:pt x="0" y="5965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271588" y="2815971"/>
            <a:ext cx="542925" cy="542925"/>
            <a:chOff x="0" y="0"/>
            <a:chExt cx="723900" cy="72390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315" r="0" b="-1315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872288" y="2815971"/>
            <a:ext cx="542925" cy="542925"/>
            <a:chOff x="0" y="0"/>
            <a:chExt cx="723900" cy="7239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472988" y="2815971"/>
            <a:ext cx="542925" cy="542925"/>
            <a:chOff x="0" y="0"/>
            <a:chExt cx="723900" cy="72390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485900" y="4579810"/>
            <a:ext cx="200025" cy="200025"/>
            <a:chOff x="0" y="0"/>
            <a:chExt cx="266700" cy="26670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71" r="0" b="-3571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485900" y="5294186"/>
            <a:ext cx="228600" cy="200025"/>
            <a:chOff x="0" y="0"/>
            <a:chExt cx="304800" cy="26670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304800" cy="266700"/>
            </a:xfrm>
            <a:custGeom>
              <a:avLst/>
              <a:gdLst/>
              <a:ahLst/>
              <a:cxnLst/>
              <a:rect r="r" b="b" t="t" l="l"/>
              <a:pathLst>
                <a:path h="2667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3571" r="0" b="-3571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485900" y="6008560"/>
            <a:ext cx="200025" cy="200025"/>
            <a:chOff x="0" y="0"/>
            <a:chExt cx="266700" cy="26670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3571" r="0" b="-3571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485900" y="6722936"/>
            <a:ext cx="171450" cy="200025"/>
            <a:chOff x="0" y="0"/>
            <a:chExt cx="228600" cy="26670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228600" cy="266700"/>
            </a:xfrm>
            <a:custGeom>
              <a:avLst/>
              <a:gdLst/>
              <a:ahLst/>
              <a:cxnLst/>
              <a:rect r="r" b="b" t="t" l="l"/>
              <a:pathLst>
                <a:path h="2667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3571" r="0" b="-3571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85900" y="7437310"/>
            <a:ext cx="200025" cy="200025"/>
            <a:chOff x="0" y="0"/>
            <a:chExt cx="266700" cy="266700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3571" r="0" b="-3571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485900" y="8151686"/>
            <a:ext cx="157162" cy="200025"/>
            <a:chOff x="0" y="0"/>
            <a:chExt cx="209550" cy="26670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209550" cy="266700"/>
            </a:xfrm>
            <a:custGeom>
              <a:avLst/>
              <a:gdLst/>
              <a:ahLst/>
              <a:cxnLst/>
              <a:rect r="r" b="b" t="t" l="l"/>
              <a:pathLst>
                <a:path h="26670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3571" r="0" b="-3571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000875" y="2958846"/>
            <a:ext cx="285750" cy="257175"/>
            <a:chOff x="0" y="0"/>
            <a:chExt cx="381000" cy="34290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381000" cy="342900"/>
            </a:xfrm>
            <a:custGeom>
              <a:avLst/>
              <a:gdLst/>
              <a:ahLst/>
              <a:cxnLst/>
              <a:rect r="r" b="b" t="t" l="l"/>
              <a:pathLst>
                <a:path h="3429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262" r="0" b="-266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7093744" y="4629817"/>
            <a:ext cx="271462" cy="214312"/>
            <a:chOff x="0" y="0"/>
            <a:chExt cx="361950" cy="285750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361950" cy="285750"/>
            </a:xfrm>
            <a:custGeom>
              <a:avLst/>
              <a:gdLst/>
              <a:ahLst/>
              <a:cxnLst/>
              <a:rect r="r" b="b" t="t" l="l"/>
              <a:pathLst>
                <a:path h="285750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666" r="0" b="-666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093744" y="5487067"/>
            <a:ext cx="271462" cy="214312"/>
            <a:chOff x="0" y="0"/>
            <a:chExt cx="361950" cy="285750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361950" cy="285750"/>
            </a:xfrm>
            <a:custGeom>
              <a:avLst/>
              <a:gdLst/>
              <a:ahLst/>
              <a:cxnLst/>
              <a:rect r="r" b="b" t="t" l="l"/>
              <a:pathLst>
                <a:path h="285750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666" r="0" b="-666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093744" y="6344317"/>
            <a:ext cx="214312" cy="214312"/>
            <a:chOff x="0" y="0"/>
            <a:chExt cx="285750" cy="285750"/>
          </a:xfrm>
        </p:grpSpPr>
        <p:sp>
          <p:nvSpPr>
            <p:cNvPr name="Freeform 44" id="44" descr="image.png"/>
            <p:cNvSpPr/>
            <p:nvPr/>
          </p:nvSpPr>
          <p:spPr>
            <a:xfrm flipH="false" flipV="false" rot="0">
              <a:off x="0" y="0"/>
              <a:ext cx="285750" cy="285750"/>
            </a:xfrm>
            <a:custGeom>
              <a:avLst/>
              <a:gdLst/>
              <a:ahLst/>
              <a:cxnLst/>
              <a:rect r="r" b="b" t="t" l="l"/>
              <a:pathLst>
                <a:path h="28575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615862" y="2958846"/>
            <a:ext cx="257175" cy="257175"/>
            <a:chOff x="0" y="0"/>
            <a:chExt cx="342900" cy="342900"/>
          </a:xfrm>
        </p:grpSpPr>
        <p:sp>
          <p:nvSpPr>
            <p:cNvPr name="Freeform 46" id="46" descr="image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646219" y="4579810"/>
            <a:ext cx="200025" cy="200025"/>
            <a:chOff x="0" y="0"/>
            <a:chExt cx="266700" cy="266700"/>
          </a:xfrm>
        </p:grpSpPr>
        <p:sp>
          <p:nvSpPr>
            <p:cNvPr name="Freeform 48" id="48" descr="image.png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646219" y="5381692"/>
            <a:ext cx="228600" cy="200025"/>
            <a:chOff x="0" y="0"/>
            <a:chExt cx="304800" cy="266700"/>
          </a:xfrm>
        </p:grpSpPr>
        <p:sp>
          <p:nvSpPr>
            <p:cNvPr name="Freeform 50" id="50" descr="image.png"/>
            <p:cNvSpPr/>
            <p:nvPr/>
          </p:nvSpPr>
          <p:spPr>
            <a:xfrm flipH="false" flipV="false" rot="0">
              <a:off x="0" y="0"/>
              <a:ext cx="304800" cy="266700"/>
            </a:xfrm>
            <a:custGeom>
              <a:avLst/>
              <a:gdLst/>
              <a:ahLst/>
              <a:cxnLst/>
              <a:rect r="r" b="b" t="t" l="l"/>
              <a:pathLst>
                <a:path h="2667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-419" r="0" b="-419"/>
              </a:stretch>
            </a:blipFill>
          </p:spPr>
        </p:sp>
      </p:grpSp>
      <p:sp>
        <p:nvSpPr>
          <p:cNvPr name="Freeform 51" id="51"/>
          <p:cNvSpPr/>
          <p:nvPr/>
        </p:nvSpPr>
        <p:spPr>
          <a:xfrm flipH="false" flipV="false" rot="0">
            <a:off x="12437269" y="5985339"/>
            <a:ext cx="4568428" cy="596503"/>
          </a:xfrm>
          <a:custGeom>
            <a:avLst/>
            <a:gdLst/>
            <a:ahLst/>
            <a:cxnLst/>
            <a:rect r="r" b="b" t="t" l="l"/>
            <a:pathLst>
              <a:path h="596503" w="4568428">
                <a:moveTo>
                  <a:pt x="0" y="0"/>
                </a:moveTo>
                <a:lnTo>
                  <a:pt x="4568428" y="0"/>
                </a:lnTo>
                <a:lnTo>
                  <a:pt x="4568428" y="596503"/>
                </a:lnTo>
                <a:lnTo>
                  <a:pt x="0" y="5965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12674794" y="6183582"/>
            <a:ext cx="171450" cy="200025"/>
            <a:chOff x="0" y="0"/>
            <a:chExt cx="228600" cy="266700"/>
          </a:xfrm>
        </p:grpSpPr>
        <p:sp>
          <p:nvSpPr>
            <p:cNvPr name="Freeform 53" id="53" descr="image.png"/>
            <p:cNvSpPr/>
            <p:nvPr/>
          </p:nvSpPr>
          <p:spPr>
            <a:xfrm flipH="false" flipV="false" rot="0">
              <a:off x="0" y="0"/>
              <a:ext cx="228600" cy="266700"/>
            </a:xfrm>
            <a:custGeom>
              <a:avLst/>
              <a:gdLst/>
              <a:ahLst/>
              <a:cxnLst/>
              <a:rect r="r" b="b" t="t" l="l"/>
              <a:pathLst>
                <a:path h="2667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-555" t="0" r="-555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2617644" y="6985464"/>
            <a:ext cx="257175" cy="200025"/>
            <a:chOff x="0" y="0"/>
            <a:chExt cx="342900" cy="266700"/>
          </a:xfrm>
        </p:grpSpPr>
        <p:sp>
          <p:nvSpPr>
            <p:cNvPr name="Freeform 55" id="55" descr="image.png"/>
            <p:cNvSpPr/>
            <p:nvPr/>
          </p:nvSpPr>
          <p:spPr>
            <a:xfrm flipH="false" flipV="false" rot="0">
              <a:off x="0" y="0"/>
              <a:ext cx="342900" cy="266700"/>
            </a:xfrm>
            <a:custGeom>
              <a:avLst/>
              <a:gdLst/>
              <a:ahLst/>
              <a:cxnLst/>
              <a:rect r="r" b="b" t="t" l="l"/>
              <a:pathLst>
                <a:path h="2667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-752" r="0" b="-752"/>
              </a:stretch>
            </a:blipFill>
          </p:spPr>
        </p:sp>
      </p:grpSp>
      <p:sp>
        <p:nvSpPr>
          <p:cNvPr name="Freeform 56" id="56"/>
          <p:cNvSpPr/>
          <p:nvPr/>
        </p:nvSpPr>
        <p:spPr>
          <a:xfrm flipH="false" flipV="false" rot="0">
            <a:off x="12437269" y="7589110"/>
            <a:ext cx="4568428" cy="596503"/>
          </a:xfrm>
          <a:custGeom>
            <a:avLst/>
            <a:gdLst/>
            <a:ahLst/>
            <a:cxnLst/>
            <a:rect r="r" b="b" t="t" l="l"/>
            <a:pathLst>
              <a:path h="596503" w="4568428">
                <a:moveTo>
                  <a:pt x="0" y="0"/>
                </a:moveTo>
                <a:lnTo>
                  <a:pt x="4568428" y="0"/>
                </a:lnTo>
                <a:lnTo>
                  <a:pt x="4568428" y="596504"/>
                </a:lnTo>
                <a:lnTo>
                  <a:pt x="0" y="5965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12674794" y="7787354"/>
            <a:ext cx="200025" cy="200025"/>
            <a:chOff x="0" y="0"/>
            <a:chExt cx="266700" cy="266700"/>
          </a:xfrm>
        </p:grpSpPr>
        <p:sp>
          <p:nvSpPr>
            <p:cNvPr name="Freeform 58" id="58" descr="image.png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0" r="0" b="0"/>
              </a:stretch>
            </a:blipFill>
          </p:spPr>
        </p:sp>
      </p:grpSp>
      <p:sp>
        <p:nvSpPr>
          <p:cNvPr name="Freeform 59" id="59"/>
          <p:cNvSpPr/>
          <p:nvPr/>
        </p:nvSpPr>
        <p:spPr>
          <a:xfrm flipH="false" flipV="false" rot="0">
            <a:off x="1397013" y="2960227"/>
            <a:ext cx="292084" cy="261414"/>
          </a:xfrm>
          <a:custGeom>
            <a:avLst/>
            <a:gdLst/>
            <a:ahLst/>
            <a:cxnLst/>
            <a:rect r="r" b="b" t="t" l="l"/>
            <a:pathLst>
              <a:path h="261414" w="292084">
                <a:moveTo>
                  <a:pt x="0" y="0"/>
                </a:moveTo>
                <a:lnTo>
                  <a:pt x="292084" y="0"/>
                </a:lnTo>
                <a:lnTo>
                  <a:pt x="292084" y="261414"/>
                </a:lnTo>
                <a:lnTo>
                  <a:pt x="0" y="261414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-459" r="0" b="-459"/>
            </a:stretch>
          </a:blipFill>
        </p:spPr>
      </p:sp>
      <p:sp>
        <p:nvSpPr>
          <p:cNvPr name="TextBox 60" id="60"/>
          <p:cNvSpPr txBox="true"/>
          <p:nvPr/>
        </p:nvSpPr>
        <p:spPr>
          <a:xfrm rot="0">
            <a:off x="935831" y="493459"/>
            <a:ext cx="5957888" cy="247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D9488"/>
                </a:solidFill>
                <a:latin typeface="Arimo Bold"/>
                <a:ea typeface="Arimo Bold"/>
                <a:cs typeface="Arimo Bold"/>
                <a:sym typeface="Arimo Bold"/>
              </a:rPr>
              <a:t> Plano de Carreira e Desenvolvimento 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715875" y="1247394"/>
            <a:ext cx="5572125" cy="309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6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Autoavaliação e direcionamento estratégico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14400" y="998410"/>
            <a:ext cx="7632202" cy="55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6"/>
              </a:lnSpc>
            </a:pPr>
            <a:r>
              <a:rPr lang="en-US" sz="38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Matriz de Competências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857375" y="3093053"/>
            <a:ext cx="232886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4"/>
              </a:lnSpc>
            </a:pPr>
            <a:r>
              <a:rPr lang="en-US" sz="1461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Fortalezas consolidadas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187362" y="3093053"/>
            <a:ext cx="2714625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4"/>
              </a:lnSpc>
            </a:pPr>
            <a:r>
              <a:rPr lang="en-US" sz="1461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Próximos focos de evolução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857375" y="2715959"/>
            <a:ext cx="2869111" cy="34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Já Possuo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828800" y="4532185"/>
            <a:ext cx="1800225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Visão Analítica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857375" y="5246561"/>
            <a:ext cx="164306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Organização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828800" y="5960935"/>
            <a:ext cx="2085975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Visão de Negócio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800225" y="6675311"/>
            <a:ext cx="248245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Capacidade de Ação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828800" y="7389685"/>
            <a:ext cx="165735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Proatividade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785938" y="8104061"/>
            <a:ext cx="278606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Documentação Técnica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7500938" y="3093053"/>
            <a:ext cx="29718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4"/>
              </a:lnSpc>
            </a:pPr>
            <a:r>
              <a:rPr lang="en-US" sz="1461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Habilidades em aprimoramento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7586662" y="2754059"/>
            <a:ext cx="190083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Desenvolvendo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7508081" y="4589335"/>
            <a:ext cx="251817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Liderança de Equipes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7508081" y="5446585"/>
            <a:ext cx="282178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Comunicação Assertiva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7450931" y="6303835"/>
            <a:ext cx="273248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Priorização Estratégica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3187362" y="2715959"/>
            <a:ext cx="3375422" cy="34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Preciso Adquirir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3003416" y="4532185"/>
            <a:ext cx="2678906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Persuasão &amp; Influência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2989119" y="5334067"/>
            <a:ext cx="4321969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Exposição de Métricas &amp; Indicadores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3003416" y="6145482"/>
            <a:ext cx="39433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Apresentação de Resultados Numéricos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2989119" y="6937839"/>
            <a:ext cx="323254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Gestão &amp; Foco em Pessoas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2989119" y="7749254"/>
            <a:ext cx="391477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Critérios Estratégicos de Documentação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986212" y="1967208"/>
            <a:ext cx="3921919" cy="42862"/>
            <a:chOff x="0" y="0"/>
            <a:chExt cx="5229225" cy="57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29225" cy="57150"/>
            </a:xfrm>
            <a:custGeom>
              <a:avLst/>
              <a:gdLst/>
              <a:ahLst/>
              <a:cxnLst/>
              <a:rect r="r" b="b" t="t" l="l"/>
              <a:pathLst>
                <a:path h="57150" w="5229225">
                  <a:moveTo>
                    <a:pt x="0" y="28575"/>
                  </a:moveTo>
                  <a:cubicBezTo>
                    <a:pt x="0" y="12827"/>
                    <a:pt x="12827" y="0"/>
                    <a:pt x="28575" y="0"/>
                  </a:cubicBezTo>
                  <a:lnTo>
                    <a:pt x="5200650" y="0"/>
                  </a:lnTo>
                  <a:cubicBezTo>
                    <a:pt x="5216398" y="0"/>
                    <a:pt x="5229225" y="12827"/>
                    <a:pt x="5229225" y="28575"/>
                  </a:cubicBezTo>
                  <a:cubicBezTo>
                    <a:pt x="5229225" y="44323"/>
                    <a:pt x="5216398" y="57150"/>
                    <a:pt x="5200650" y="57150"/>
                  </a:cubicBezTo>
                  <a:lnTo>
                    <a:pt x="28575" y="57150"/>
                  </a:lnTo>
                  <a:cubicBezTo>
                    <a:pt x="12827" y="57150"/>
                    <a:pt x="0" y="44323"/>
                    <a:pt x="0" y="28575"/>
                  </a:cubicBezTo>
                  <a:close/>
                </a:path>
              </a:pathLst>
            </a:custGeom>
            <a:solidFill>
              <a:srgbClr val="157DA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679906" y="1967208"/>
            <a:ext cx="3921919" cy="42862"/>
            <a:chOff x="0" y="0"/>
            <a:chExt cx="5229225" cy="57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29225" cy="57150"/>
            </a:xfrm>
            <a:custGeom>
              <a:avLst/>
              <a:gdLst/>
              <a:ahLst/>
              <a:cxnLst/>
              <a:rect r="r" b="b" t="t" l="l"/>
              <a:pathLst>
                <a:path h="57150" w="5229225">
                  <a:moveTo>
                    <a:pt x="0" y="28575"/>
                  </a:moveTo>
                  <a:cubicBezTo>
                    <a:pt x="0" y="12827"/>
                    <a:pt x="12827" y="0"/>
                    <a:pt x="28575" y="0"/>
                  </a:cubicBezTo>
                  <a:lnTo>
                    <a:pt x="5200650" y="0"/>
                  </a:lnTo>
                  <a:cubicBezTo>
                    <a:pt x="5216398" y="0"/>
                    <a:pt x="5229225" y="12827"/>
                    <a:pt x="5229225" y="28575"/>
                  </a:cubicBezTo>
                  <a:cubicBezTo>
                    <a:pt x="5229225" y="44323"/>
                    <a:pt x="5216398" y="57150"/>
                    <a:pt x="5200650" y="57150"/>
                  </a:cubicBezTo>
                  <a:lnTo>
                    <a:pt x="28575" y="57150"/>
                  </a:lnTo>
                  <a:cubicBezTo>
                    <a:pt x="12827" y="57150"/>
                    <a:pt x="0" y="44323"/>
                    <a:pt x="0" y="28575"/>
                  </a:cubicBezTo>
                  <a:close/>
                </a:path>
              </a:pathLst>
            </a:custGeom>
            <a:solidFill>
              <a:srgbClr val="885E7C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30444" y="2347608"/>
            <a:ext cx="5435298" cy="6494574"/>
          </a:xfrm>
          <a:custGeom>
            <a:avLst/>
            <a:gdLst/>
            <a:ahLst/>
            <a:cxnLst/>
            <a:rect r="r" b="b" t="t" l="l"/>
            <a:pathLst>
              <a:path h="6494574" w="5435298">
                <a:moveTo>
                  <a:pt x="0" y="0"/>
                </a:moveTo>
                <a:lnTo>
                  <a:pt x="5435298" y="0"/>
                </a:lnTo>
                <a:lnTo>
                  <a:pt x="5435298" y="6494573"/>
                </a:lnTo>
                <a:lnTo>
                  <a:pt x="0" y="64945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26470" y="2347608"/>
            <a:ext cx="5435298" cy="6494574"/>
          </a:xfrm>
          <a:custGeom>
            <a:avLst/>
            <a:gdLst/>
            <a:ahLst/>
            <a:cxnLst/>
            <a:rect r="r" b="b" t="t" l="l"/>
            <a:pathLst>
              <a:path h="6494574" w="5435298">
                <a:moveTo>
                  <a:pt x="0" y="0"/>
                </a:moveTo>
                <a:lnTo>
                  <a:pt x="5435298" y="0"/>
                </a:lnTo>
                <a:lnTo>
                  <a:pt x="5435298" y="6494573"/>
                </a:lnTo>
                <a:lnTo>
                  <a:pt x="0" y="64945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122506" y="2347608"/>
            <a:ext cx="5435298" cy="6494574"/>
          </a:xfrm>
          <a:custGeom>
            <a:avLst/>
            <a:gdLst/>
            <a:ahLst/>
            <a:cxnLst/>
            <a:rect r="r" b="b" t="t" l="l"/>
            <a:pathLst>
              <a:path h="6494574" w="5435298">
                <a:moveTo>
                  <a:pt x="0" y="0"/>
                </a:moveTo>
                <a:lnTo>
                  <a:pt x="5435298" y="0"/>
                </a:lnTo>
                <a:lnTo>
                  <a:pt x="5435298" y="6494573"/>
                </a:lnTo>
                <a:lnTo>
                  <a:pt x="0" y="64945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314450" y="1817189"/>
            <a:ext cx="342900" cy="342900"/>
            <a:chOff x="0" y="0"/>
            <a:chExt cx="457200" cy="457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cubicBezTo>
                    <a:pt x="354838" y="0"/>
                    <a:pt x="457200" y="102362"/>
                    <a:pt x="457200" y="228600"/>
                  </a:cubicBezTo>
                  <a:cubicBezTo>
                    <a:pt x="457200" y="354838"/>
                    <a:pt x="354838" y="457200"/>
                    <a:pt x="228600" y="457200"/>
                  </a:cubicBezTo>
                  <a:cubicBezTo>
                    <a:pt x="102362" y="457200"/>
                    <a:pt x="0" y="354838"/>
                    <a:pt x="0" y="228600"/>
                  </a:cubicBez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136731" y="1817189"/>
            <a:ext cx="342900" cy="342900"/>
            <a:chOff x="0" y="0"/>
            <a:chExt cx="457200" cy="457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cubicBezTo>
                    <a:pt x="354838" y="0"/>
                    <a:pt x="457200" y="102362"/>
                    <a:pt x="457200" y="228600"/>
                  </a:cubicBezTo>
                  <a:cubicBezTo>
                    <a:pt x="457200" y="354838"/>
                    <a:pt x="354838" y="457200"/>
                    <a:pt x="228600" y="457200"/>
                  </a:cubicBezTo>
                  <a:cubicBezTo>
                    <a:pt x="102362" y="457200"/>
                    <a:pt x="0" y="354838"/>
                    <a:pt x="0" y="22860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830425" y="1817189"/>
            <a:ext cx="342900" cy="342900"/>
            <a:chOff x="0" y="0"/>
            <a:chExt cx="457200" cy="457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cubicBezTo>
                    <a:pt x="354838" y="0"/>
                    <a:pt x="457200" y="102362"/>
                    <a:pt x="457200" y="228600"/>
                  </a:cubicBezTo>
                  <a:cubicBezTo>
                    <a:pt x="457200" y="354838"/>
                    <a:pt x="354838" y="457200"/>
                    <a:pt x="228600" y="457200"/>
                  </a:cubicBezTo>
                  <a:cubicBezTo>
                    <a:pt x="102362" y="457200"/>
                    <a:pt x="0" y="354838"/>
                    <a:pt x="0" y="228600"/>
                  </a:cubicBezTo>
                  <a:close/>
                </a:path>
              </a:pathLst>
            </a:custGeom>
            <a:solidFill>
              <a:srgbClr val="EA580C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4683395" y="2761955"/>
            <a:ext cx="1210866" cy="353616"/>
          </a:xfrm>
          <a:custGeom>
            <a:avLst/>
            <a:gdLst/>
            <a:ahLst/>
            <a:cxnLst/>
            <a:rect r="r" b="b" t="t" l="l"/>
            <a:pathLst>
              <a:path h="353616" w="1210866">
                <a:moveTo>
                  <a:pt x="0" y="0"/>
                </a:moveTo>
                <a:lnTo>
                  <a:pt x="1210865" y="0"/>
                </a:lnTo>
                <a:lnTo>
                  <a:pt x="1210865" y="353615"/>
                </a:lnTo>
                <a:lnTo>
                  <a:pt x="0" y="3536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01916" y="3619205"/>
            <a:ext cx="4892373" cy="682228"/>
          </a:xfrm>
          <a:custGeom>
            <a:avLst/>
            <a:gdLst/>
            <a:ahLst/>
            <a:cxnLst/>
            <a:rect r="r" b="b" t="t" l="l"/>
            <a:pathLst>
              <a:path h="682228" w="4892373">
                <a:moveTo>
                  <a:pt x="0" y="0"/>
                </a:moveTo>
                <a:lnTo>
                  <a:pt x="4892373" y="0"/>
                </a:lnTo>
                <a:lnTo>
                  <a:pt x="4892373" y="682228"/>
                </a:lnTo>
                <a:lnTo>
                  <a:pt x="0" y="68222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01916" y="4472873"/>
            <a:ext cx="4892373" cy="682228"/>
          </a:xfrm>
          <a:custGeom>
            <a:avLst/>
            <a:gdLst/>
            <a:ahLst/>
            <a:cxnLst/>
            <a:rect r="r" b="b" t="t" l="l"/>
            <a:pathLst>
              <a:path h="682228" w="4892373">
                <a:moveTo>
                  <a:pt x="0" y="0"/>
                </a:moveTo>
                <a:lnTo>
                  <a:pt x="4892373" y="0"/>
                </a:lnTo>
                <a:lnTo>
                  <a:pt x="4892373" y="682228"/>
                </a:lnTo>
                <a:lnTo>
                  <a:pt x="0" y="68222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01916" y="5326551"/>
            <a:ext cx="4892373" cy="682228"/>
          </a:xfrm>
          <a:custGeom>
            <a:avLst/>
            <a:gdLst/>
            <a:ahLst/>
            <a:cxnLst/>
            <a:rect r="r" b="b" t="t" l="l"/>
            <a:pathLst>
              <a:path h="682228" w="4892373">
                <a:moveTo>
                  <a:pt x="0" y="0"/>
                </a:moveTo>
                <a:lnTo>
                  <a:pt x="4892373" y="0"/>
                </a:lnTo>
                <a:lnTo>
                  <a:pt x="4892373" y="682229"/>
                </a:lnTo>
                <a:lnTo>
                  <a:pt x="0" y="68222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01916" y="6180230"/>
            <a:ext cx="4892373" cy="682228"/>
          </a:xfrm>
          <a:custGeom>
            <a:avLst/>
            <a:gdLst/>
            <a:ahLst/>
            <a:cxnLst/>
            <a:rect r="r" b="b" t="t" l="l"/>
            <a:pathLst>
              <a:path h="682228" w="4892373">
                <a:moveTo>
                  <a:pt x="0" y="0"/>
                </a:moveTo>
                <a:lnTo>
                  <a:pt x="4892373" y="0"/>
                </a:lnTo>
                <a:lnTo>
                  <a:pt x="4892373" y="682228"/>
                </a:lnTo>
                <a:lnTo>
                  <a:pt x="0" y="68222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01916" y="7033908"/>
            <a:ext cx="4892373" cy="682228"/>
          </a:xfrm>
          <a:custGeom>
            <a:avLst/>
            <a:gdLst/>
            <a:ahLst/>
            <a:cxnLst/>
            <a:rect r="r" b="b" t="t" l="l"/>
            <a:pathLst>
              <a:path h="682228" w="4892373">
                <a:moveTo>
                  <a:pt x="0" y="0"/>
                </a:moveTo>
                <a:lnTo>
                  <a:pt x="4892373" y="0"/>
                </a:lnTo>
                <a:lnTo>
                  <a:pt x="4892373" y="682228"/>
                </a:lnTo>
                <a:lnTo>
                  <a:pt x="0" y="68222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01916" y="7887586"/>
            <a:ext cx="4892373" cy="682228"/>
          </a:xfrm>
          <a:custGeom>
            <a:avLst/>
            <a:gdLst/>
            <a:ahLst/>
            <a:cxnLst/>
            <a:rect r="r" b="b" t="t" l="l"/>
            <a:pathLst>
              <a:path h="682228" w="4892373">
                <a:moveTo>
                  <a:pt x="0" y="0"/>
                </a:moveTo>
                <a:lnTo>
                  <a:pt x="4892373" y="0"/>
                </a:lnTo>
                <a:lnTo>
                  <a:pt x="4892373" y="682228"/>
                </a:lnTo>
                <a:lnTo>
                  <a:pt x="0" y="68222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350856" y="2761955"/>
            <a:ext cx="1239441" cy="353616"/>
          </a:xfrm>
          <a:custGeom>
            <a:avLst/>
            <a:gdLst/>
            <a:ahLst/>
            <a:cxnLst/>
            <a:rect r="r" b="b" t="t" l="l"/>
            <a:pathLst>
              <a:path h="353616" w="1239441">
                <a:moveTo>
                  <a:pt x="0" y="0"/>
                </a:moveTo>
                <a:lnTo>
                  <a:pt x="1239440" y="0"/>
                </a:lnTo>
                <a:lnTo>
                  <a:pt x="1239440" y="353615"/>
                </a:lnTo>
                <a:lnTo>
                  <a:pt x="0" y="35361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697932" y="3619205"/>
            <a:ext cx="4892373" cy="953691"/>
          </a:xfrm>
          <a:custGeom>
            <a:avLst/>
            <a:gdLst/>
            <a:ahLst/>
            <a:cxnLst/>
            <a:rect r="r" b="b" t="t" l="l"/>
            <a:pathLst>
              <a:path h="953691" w="4892373">
                <a:moveTo>
                  <a:pt x="0" y="0"/>
                </a:moveTo>
                <a:lnTo>
                  <a:pt x="4892374" y="0"/>
                </a:lnTo>
                <a:lnTo>
                  <a:pt x="4892374" y="953690"/>
                </a:lnTo>
                <a:lnTo>
                  <a:pt x="0" y="95369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697932" y="4690758"/>
            <a:ext cx="4892373" cy="953691"/>
          </a:xfrm>
          <a:custGeom>
            <a:avLst/>
            <a:gdLst/>
            <a:ahLst/>
            <a:cxnLst/>
            <a:rect r="r" b="b" t="t" l="l"/>
            <a:pathLst>
              <a:path h="953691" w="4892373">
                <a:moveTo>
                  <a:pt x="0" y="0"/>
                </a:moveTo>
                <a:lnTo>
                  <a:pt x="4892374" y="0"/>
                </a:lnTo>
                <a:lnTo>
                  <a:pt x="4892374" y="953690"/>
                </a:lnTo>
                <a:lnTo>
                  <a:pt x="0" y="95369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697932" y="5762330"/>
            <a:ext cx="4892373" cy="953691"/>
          </a:xfrm>
          <a:custGeom>
            <a:avLst/>
            <a:gdLst/>
            <a:ahLst/>
            <a:cxnLst/>
            <a:rect r="r" b="b" t="t" l="l"/>
            <a:pathLst>
              <a:path h="953691" w="4892373">
                <a:moveTo>
                  <a:pt x="0" y="0"/>
                </a:moveTo>
                <a:lnTo>
                  <a:pt x="4892374" y="0"/>
                </a:lnTo>
                <a:lnTo>
                  <a:pt x="4892374" y="953690"/>
                </a:lnTo>
                <a:lnTo>
                  <a:pt x="0" y="95369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697932" y="6833883"/>
            <a:ext cx="4892373" cy="953691"/>
          </a:xfrm>
          <a:custGeom>
            <a:avLst/>
            <a:gdLst/>
            <a:ahLst/>
            <a:cxnLst/>
            <a:rect r="r" b="b" t="t" l="l"/>
            <a:pathLst>
              <a:path h="953691" w="4892373">
                <a:moveTo>
                  <a:pt x="0" y="0"/>
                </a:moveTo>
                <a:lnTo>
                  <a:pt x="4892374" y="0"/>
                </a:lnTo>
                <a:lnTo>
                  <a:pt x="4892374" y="953690"/>
                </a:lnTo>
                <a:lnTo>
                  <a:pt x="0" y="95369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5975425" y="2761955"/>
            <a:ext cx="1310878" cy="353616"/>
          </a:xfrm>
          <a:custGeom>
            <a:avLst/>
            <a:gdLst/>
            <a:ahLst/>
            <a:cxnLst/>
            <a:rect r="r" b="b" t="t" l="l"/>
            <a:pathLst>
              <a:path h="353616" w="1310878">
                <a:moveTo>
                  <a:pt x="0" y="0"/>
                </a:moveTo>
                <a:lnTo>
                  <a:pt x="1310878" y="0"/>
                </a:lnTo>
                <a:lnTo>
                  <a:pt x="1310878" y="353615"/>
                </a:lnTo>
                <a:lnTo>
                  <a:pt x="0" y="35361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2347972" y="3619205"/>
            <a:ext cx="4892373" cy="739378"/>
          </a:xfrm>
          <a:custGeom>
            <a:avLst/>
            <a:gdLst/>
            <a:ahLst/>
            <a:cxnLst/>
            <a:rect r="r" b="b" t="t" l="l"/>
            <a:pathLst>
              <a:path h="739378" w="4892373">
                <a:moveTo>
                  <a:pt x="0" y="0"/>
                </a:moveTo>
                <a:lnTo>
                  <a:pt x="4892373" y="0"/>
                </a:lnTo>
                <a:lnTo>
                  <a:pt x="4892373" y="739378"/>
                </a:lnTo>
                <a:lnTo>
                  <a:pt x="0" y="73937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347972" y="4672251"/>
            <a:ext cx="4892373" cy="739378"/>
          </a:xfrm>
          <a:custGeom>
            <a:avLst/>
            <a:gdLst/>
            <a:ahLst/>
            <a:cxnLst/>
            <a:rect r="r" b="b" t="t" l="l"/>
            <a:pathLst>
              <a:path h="739378" w="4892373">
                <a:moveTo>
                  <a:pt x="0" y="0"/>
                </a:moveTo>
                <a:lnTo>
                  <a:pt x="4892373" y="0"/>
                </a:lnTo>
                <a:lnTo>
                  <a:pt x="4892373" y="739378"/>
                </a:lnTo>
                <a:lnTo>
                  <a:pt x="0" y="73937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2347972" y="5725268"/>
            <a:ext cx="4892373" cy="739378"/>
          </a:xfrm>
          <a:custGeom>
            <a:avLst/>
            <a:gdLst/>
            <a:ahLst/>
            <a:cxnLst/>
            <a:rect r="r" b="b" t="t" l="l"/>
            <a:pathLst>
              <a:path h="739378" w="4892373">
                <a:moveTo>
                  <a:pt x="0" y="0"/>
                </a:moveTo>
                <a:lnTo>
                  <a:pt x="4892373" y="0"/>
                </a:lnTo>
                <a:lnTo>
                  <a:pt x="4892373" y="739378"/>
                </a:lnTo>
                <a:lnTo>
                  <a:pt x="0" y="73937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347972" y="6778314"/>
            <a:ext cx="4892373" cy="739378"/>
          </a:xfrm>
          <a:custGeom>
            <a:avLst/>
            <a:gdLst/>
            <a:ahLst/>
            <a:cxnLst/>
            <a:rect r="r" b="b" t="t" l="l"/>
            <a:pathLst>
              <a:path h="739378" w="4892373">
                <a:moveTo>
                  <a:pt x="0" y="0"/>
                </a:moveTo>
                <a:lnTo>
                  <a:pt x="4892373" y="0"/>
                </a:lnTo>
                <a:lnTo>
                  <a:pt x="4892373" y="739378"/>
                </a:lnTo>
                <a:lnTo>
                  <a:pt x="0" y="73937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014412" y="2653008"/>
            <a:ext cx="571500" cy="571500"/>
            <a:chOff x="0" y="0"/>
            <a:chExt cx="762000" cy="762000"/>
          </a:xfrm>
        </p:grpSpPr>
        <p:sp>
          <p:nvSpPr>
            <p:cNvPr name="Freeform 35" id="35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1250" r="0" b="-125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71575" y="3760289"/>
            <a:ext cx="400050" cy="400050"/>
            <a:chOff x="0" y="0"/>
            <a:chExt cx="533400" cy="533400"/>
          </a:xfrm>
        </p:grpSpPr>
        <p:sp>
          <p:nvSpPr>
            <p:cNvPr name="Freeform 37" id="37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1785" r="0" b="-1785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71575" y="4613967"/>
            <a:ext cx="400050" cy="400050"/>
            <a:chOff x="0" y="0"/>
            <a:chExt cx="533400" cy="533400"/>
          </a:xfrm>
        </p:grpSpPr>
        <p:sp>
          <p:nvSpPr>
            <p:cNvPr name="Freeform 39" id="39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-1785" r="0" b="-1785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71575" y="5467645"/>
            <a:ext cx="400050" cy="400050"/>
            <a:chOff x="0" y="0"/>
            <a:chExt cx="533400" cy="533400"/>
          </a:xfrm>
        </p:grpSpPr>
        <p:sp>
          <p:nvSpPr>
            <p:cNvPr name="Freeform 41" id="41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1785" r="0" b="-1785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71575" y="6321323"/>
            <a:ext cx="400050" cy="400050"/>
            <a:chOff x="0" y="0"/>
            <a:chExt cx="533400" cy="533400"/>
          </a:xfrm>
        </p:grpSpPr>
        <p:sp>
          <p:nvSpPr>
            <p:cNvPr name="Freeform 43" id="43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-1785" r="0" b="-1785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71575" y="7175002"/>
            <a:ext cx="400050" cy="400050"/>
            <a:chOff x="0" y="0"/>
            <a:chExt cx="533400" cy="533400"/>
          </a:xfrm>
        </p:grpSpPr>
        <p:sp>
          <p:nvSpPr>
            <p:cNvPr name="Freeform 45" id="45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1785" r="0" b="-1785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71575" y="8028680"/>
            <a:ext cx="400050" cy="400050"/>
            <a:chOff x="0" y="0"/>
            <a:chExt cx="533400" cy="533400"/>
          </a:xfrm>
        </p:grpSpPr>
        <p:sp>
          <p:nvSpPr>
            <p:cNvPr name="Freeform 47" id="47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6710439" y="2653008"/>
            <a:ext cx="571500" cy="571500"/>
            <a:chOff x="0" y="0"/>
            <a:chExt cx="762000" cy="762000"/>
          </a:xfrm>
        </p:grpSpPr>
        <p:sp>
          <p:nvSpPr>
            <p:cNvPr name="Freeform 49" id="49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896176" y="3838870"/>
            <a:ext cx="514350" cy="514350"/>
            <a:chOff x="0" y="0"/>
            <a:chExt cx="685800" cy="685800"/>
          </a:xfrm>
        </p:grpSpPr>
        <p:sp>
          <p:nvSpPr>
            <p:cNvPr name="Freeform 51" id="51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6896176" y="4910433"/>
            <a:ext cx="514350" cy="514350"/>
            <a:chOff x="0" y="0"/>
            <a:chExt cx="685800" cy="685800"/>
          </a:xfrm>
        </p:grpSpPr>
        <p:sp>
          <p:nvSpPr>
            <p:cNvPr name="Freeform 53" id="53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896176" y="5981995"/>
            <a:ext cx="514350" cy="514350"/>
            <a:chOff x="0" y="0"/>
            <a:chExt cx="685800" cy="685800"/>
          </a:xfrm>
        </p:grpSpPr>
        <p:sp>
          <p:nvSpPr>
            <p:cNvPr name="Freeform 55" id="55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896176" y="7053558"/>
            <a:ext cx="514350" cy="514350"/>
            <a:chOff x="0" y="0"/>
            <a:chExt cx="685800" cy="685800"/>
          </a:xfrm>
        </p:grpSpPr>
        <p:sp>
          <p:nvSpPr>
            <p:cNvPr name="Freeform 57" id="57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2406465" y="2653008"/>
            <a:ext cx="571500" cy="571500"/>
            <a:chOff x="0" y="0"/>
            <a:chExt cx="762000" cy="762000"/>
          </a:xfrm>
        </p:grpSpPr>
        <p:sp>
          <p:nvSpPr>
            <p:cNvPr name="Freeform 59" id="59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0" r="0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2592202" y="4841900"/>
            <a:ext cx="400050" cy="400050"/>
            <a:chOff x="0" y="0"/>
            <a:chExt cx="533400" cy="533400"/>
          </a:xfrm>
        </p:grpSpPr>
        <p:sp>
          <p:nvSpPr>
            <p:cNvPr name="Freeform 61" id="61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0" r="0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592202" y="5894937"/>
            <a:ext cx="400050" cy="400050"/>
            <a:chOff x="0" y="0"/>
            <a:chExt cx="533400" cy="533400"/>
          </a:xfrm>
        </p:grpSpPr>
        <p:sp>
          <p:nvSpPr>
            <p:cNvPr name="Freeform 63" id="63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0" r="0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2592202" y="6947964"/>
            <a:ext cx="400050" cy="400050"/>
            <a:chOff x="0" y="0"/>
            <a:chExt cx="533400" cy="533400"/>
          </a:xfrm>
        </p:grpSpPr>
        <p:sp>
          <p:nvSpPr>
            <p:cNvPr name="Freeform 65" id="65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l="0" t="0" r="0" b="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2557093" y="3798389"/>
            <a:ext cx="400050" cy="400050"/>
            <a:chOff x="0" y="0"/>
            <a:chExt cx="533400" cy="533400"/>
          </a:xfrm>
        </p:grpSpPr>
        <p:sp>
          <p:nvSpPr>
            <p:cNvPr name="Freeform 67" id="67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-1785" t="0" r="-1785" b="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200150" y="2810170"/>
            <a:ext cx="200025" cy="257175"/>
            <a:chOff x="0" y="0"/>
            <a:chExt cx="266700" cy="342900"/>
          </a:xfrm>
        </p:grpSpPr>
        <p:sp>
          <p:nvSpPr>
            <p:cNvPr name="Freeform 69" id="69" descr="image.png"/>
            <p:cNvSpPr/>
            <p:nvPr/>
          </p:nvSpPr>
          <p:spPr>
            <a:xfrm flipH="false" flipV="false" rot="0">
              <a:off x="0" y="0"/>
              <a:ext cx="266700" cy="342900"/>
            </a:xfrm>
            <a:custGeom>
              <a:avLst/>
              <a:gdLst/>
              <a:ahLst/>
              <a:cxnLst/>
              <a:rect r="r" b="b" t="t" l="l"/>
              <a:pathLst>
                <a:path h="3429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>
                <a:fillRect l="0" t="-2777" r="0" b="-2777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278731" y="3867445"/>
            <a:ext cx="185738" cy="185738"/>
            <a:chOff x="0" y="0"/>
            <a:chExt cx="247650" cy="247650"/>
          </a:xfrm>
        </p:grpSpPr>
        <p:sp>
          <p:nvSpPr>
            <p:cNvPr name="Freeform 71" id="71" descr="image.png"/>
            <p:cNvSpPr/>
            <p:nvPr/>
          </p:nvSpPr>
          <p:spPr>
            <a:xfrm flipH="false" flipV="false" rot="0">
              <a:off x="0" y="0"/>
              <a:ext cx="247650" cy="247650"/>
            </a:xfrm>
            <a:custGeom>
              <a:avLst/>
              <a:gdLst/>
              <a:ahLst/>
              <a:cxnLst/>
              <a:rect r="r" b="b" t="t" l="l"/>
              <a:pathLst>
                <a:path h="2476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>
                <a:fillRect l="0" t="0" r="0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257300" y="4721123"/>
            <a:ext cx="228600" cy="185738"/>
            <a:chOff x="0" y="0"/>
            <a:chExt cx="304800" cy="247650"/>
          </a:xfrm>
        </p:grpSpPr>
        <p:sp>
          <p:nvSpPr>
            <p:cNvPr name="Freeform 73" id="73" descr="image.png"/>
            <p:cNvSpPr/>
            <p:nvPr/>
          </p:nvSpPr>
          <p:spPr>
            <a:xfrm flipH="false" flipV="false" rot="0">
              <a:off x="0" y="0"/>
              <a:ext cx="304800" cy="247650"/>
            </a:xfrm>
            <a:custGeom>
              <a:avLst/>
              <a:gdLst/>
              <a:ahLst/>
              <a:cxnLst/>
              <a:rect r="r" b="b" t="t" l="l"/>
              <a:pathLst>
                <a:path h="24765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>
                <a:fillRect l="0" t="-3846" r="0" b="-3846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278731" y="5574802"/>
            <a:ext cx="185738" cy="185738"/>
            <a:chOff x="0" y="0"/>
            <a:chExt cx="247650" cy="247650"/>
          </a:xfrm>
        </p:grpSpPr>
        <p:sp>
          <p:nvSpPr>
            <p:cNvPr name="Freeform 75" id="75" descr="image.png"/>
            <p:cNvSpPr/>
            <p:nvPr/>
          </p:nvSpPr>
          <p:spPr>
            <a:xfrm flipH="false" flipV="false" rot="0">
              <a:off x="0" y="0"/>
              <a:ext cx="247650" cy="247650"/>
            </a:xfrm>
            <a:custGeom>
              <a:avLst/>
              <a:gdLst/>
              <a:ahLst/>
              <a:cxnLst/>
              <a:rect r="r" b="b" t="t" l="l"/>
              <a:pathLst>
                <a:path h="2476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>
                <a:fillRect l="0" t="0" r="0" b="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278731" y="6428480"/>
            <a:ext cx="185738" cy="185738"/>
            <a:chOff x="0" y="0"/>
            <a:chExt cx="247650" cy="247650"/>
          </a:xfrm>
        </p:grpSpPr>
        <p:sp>
          <p:nvSpPr>
            <p:cNvPr name="Freeform 77" id="77" descr="image.png"/>
            <p:cNvSpPr/>
            <p:nvPr/>
          </p:nvSpPr>
          <p:spPr>
            <a:xfrm flipH="false" flipV="false" rot="0">
              <a:off x="0" y="0"/>
              <a:ext cx="247650" cy="247650"/>
            </a:xfrm>
            <a:custGeom>
              <a:avLst/>
              <a:gdLst/>
              <a:ahLst/>
              <a:cxnLst/>
              <a:rect r="r" b="b" t="t" l="l"/>
              <a:pathLst>
                <a:path h="2476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>
                <a:fillRect l="0" t="0" r="0" b="0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300162" y="7282158"/>
            <a:ext cx="142875" cy="185738"/>
            <a:chOff x="0" y="0"/>
            <a:chExt cx="190500" cy="247650"/>
          </a:xfrm>
        </p:grpSpPr>
        <p:sp>
          <p:nvSpPr>
            <p:cNvPr name="Freeform 79" id="79" descr="image.png"/>
            <p:cNvSpPr/>
            <p:nvPr/>
          </p:nvSpPr>
          <p:spPr>
            <a:xfrm flipH="false" flipV="false" rot="0">
              <a:off x="0" y="0"/>
              <a:ext cx="190500" cy="247650"/>
            </a:xfrm>
            <a:custGeom>
              <a:avLst/>
              <a:gdLst/>
              <a:ahLst/>
              <a:cxnLst/>
              <a:rect r="r" b="b" t="t" l="l"/>
              <a:pathLst>
                <a:path h="24765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>
                <a:fillRect l="0" t="-3846" r="0" b="-3846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264444" y="8135836"/>
            <a:ext cx="214312" cy="185738"/>
            <a:chOff x="0" y="0"/>
            <a:chExt cx="285750" cy="247650"/>
          </a:xfrm>
        </p:grpSpPr>
        <p:sp>
          <p:nvSpPr>
            <p:cNvPr name="Freeform 81" id="81" descr="image.png"/>
            <p:cNvSpPr/>
            <p:nvPr/>
          </p:nvSpPr>
          <p:spPr>
            <a:xfrm flipH="false" flipV="false" rot="0">
              <a:off x="0" y="0"/>
              <a:ext cx="285750" cy="247650"/>
            </a:xfrm>
            <a:custGeom>
              <a:avLst/>
              <a:gdLst/>
              <a:ahLst/>
              <a:cxnLst/>
              <a:rect r="r" b="b" t="t" l="l"/>
              <a:pathLst>
                <a:path h="24765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>
                <a:fillRect l="0" t="-482" r="0" b="-476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6867601" y="2810170"/>
            <a:ext cx="257175" cy="257175"/>
            <a:chOff x="0" y="0"/>
            <a:chExt cx="342900" cy="342900"/>
          </a:xfrm>
        </p:grpSpPr>
        <p:sp>
          <p:nvSpPr>
            <p:cNvPr name="Freeform 83" id="83" descr="image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>
                <a:fillRect l="0" t="0" r="0" b="0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7010476" y="3981745"/>
            <a:ext cx="285750" cy="228600"/>
            <a:chOff x="0" y="0"/>
            <a:chExt cx="381000" cy="304800"/>
          </a:xfrm>
        </p:grpSpPr>
        <p:sp>
          <p:nvSpPr>
            <p:cNvPr name="Freeform 85" id="85" descr="image.png"/>
            <p:cNvSpPr/>
            <p:nvPr/>
          </p:nvSpPr>
          <p:spPr>
            <a:xfrm flipH="false" flipV="false" rot="0">
              <a:off x="0" y="0"/>
              <a:ext cx="381000" cy="304800"/>
            </a:xfrm>
            <a:custGeom>
              <a:avLst/>
              <a:gdLst/>
              <a:ahLst/>
              <a:cxnLst/>
              <a:rect r="r" b="b" t="t" l="l"/>
              <a:pathLst>
                <a:path h="3048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>
                <a:fillRect l="0" t="-595" r="0" b="-595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7039051" y="5053308"/>
            <a:ext cx="228600" cy="228600"/>
            <a:chOff x="0" y="0"/>
            <a:chExt cx="304800" cy="304800"/>
          </a:xfrm>
        </p:grpSpPr>
        <p:sp>
          <p:nvSpPr>
            <p:cNvPr name="Freeform 87" id="87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>
                <a:fillRect l="0" t="0" r="0" b="0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7010476" y="6124870"/>
            <a:ext cx="285750" cy="228600"/>
            <a:chOff x="0" y="0"/>
            <a:chExt cx="381000" cy="304800"/>
          </a:xfrm>
        </p:grpSpPr>
        <p:sp>
          <p:nvSpPr>
            <p:cNvPr name="Freeform 89" id="89" descr="image.png"/>
            <p:cNvSpPr/>
            <p:nvPr/>
          </p:nvSpPr>
          <p:spPr>
            <a:xfrm flipH="false" flipV="false" rot="0">
              <a:off x="0" y="0"/>
              <a:ext cx="381000" cy="304800"/>
            </a:xfrm>
            <a:custGeom>
              <a:avLst/>
              <a:gdLst/>
              <a:ahLst/>
              <a:cxnLst/>
              <a:rect r="r" b="b" t="t" l="l"/>
              <a:pathLst>
                <a:path h="3048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>
                <a:fillRect l="0" t="-595" r="0" b="-595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7024764" y="7196433"/>
            <a:ext cx="257175" cy="228600"/>
            <a:chOff x="0" y="0"/>
            <a:chExt cx="342900" cy="304800"/>
          </a:xfrm>
        </p:grpSpPr>
        <p:sp>
          <p:nvSpPr>
            <p:cNvPr name="Freeform 91" id="91" descr="image.png"/>
            <p:cNvSpPr/>
            <p:nvPr/>
          </p:nvSpPr>
          <p:spPr>
            <a:xfrm flipH="false" flipV="false" rot="0">
              <a:off x="0" y="0"/>
              <a:ext cx="342900" cy="304800"/>
            </a:xfrm>
            <a:custGeom>
              <a:avLst/>
              <a:gdLst/>
              <a:ahLst/>
              <a:cxnLst/>
              <a:rect r="r" b="b" t="t" l="l"/>
              <a:pathLst>
                <a:path h="3048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>
                <a:fillRect l="0" t="-329" r="0" b="-329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2563627" y="2810170"/>
            <a:ext cx="257175" cy="257175"/>
            <a:chOff x="0" y="0"/>
            <a:chExt cx="342900" cy="342900"/>
          </a:xfrm>
        </p:grpSpPr>
        <p:sp>
          <p:nvSpPr>
            <p:cNvPr name="Freeform 93" id="93" descr="image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>
                <a:fillRect l="0" t="0" r="0" b="0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2631941" y="3896030"/>
            <a:ext cx="228600" cy="185738"/>
            <a:chOff x="0" y="0"/>
            <a:chExt cx="304800" cy="247650"/>
          </a:xfrm>
        </p:grpSpPr>
        <p:sp>
          <p:nvSpPr>
            <p:cNvPr name="Freeform 95" id="95" descr="image.png"/>
            <p:cNvSpPr/>
            <p:nvPr/>
          </p:nvSpPr>
          <p:spPr>
            <a:xfrm flipH="false" flipV="false" rot="0">
              <a:off x="0" y="0"/>
              <a:ext cx="304800" cy="247650"/>
            </a:xfrm>
            <a:custGeom>
              <a:avLst/>
              <a:gdLst/>
              <a:ahLst/>
              <a:cxnLst/>
              <a:rect r="r" b="b" t="t" l="l"/>
              <a:pathLst>
                <a:path h="24765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>
                <a:fillRect l="0" t="-676" r="0" b="-682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2631941" y="4949057"/>
            <a:ext cx="228600" cy="185738"/>
            <a:chOff x="0" y="0"/>
            <a:chExt cx="304800" cy="247650"/>
          </a:xfrm>
        </p:grpSpPr>
        <p:sp>
          <p:nvSpPr>
            <p:cNvPr name="Freeform 97" id="97" descr="image.png"/>
            <p:cNvSpPr/>
            <p:nvPr/>
          </p:nvSpPr>
          <p:spPr>
            <a:xfrm flipH="false" flipV="false" rot="0">
              <a:off x="0" y="0"/>
              <a:ext cx="304800" cy="247650"/>
            </a:xfrm>
            <a:custGeom>
              <a:avLst/>
              <a:gdLst/>
              <a:ahLst/>
              <a:cxnLst/>
              <a:rect r="r" b="b" t="t" l="l"/>
              <a:pathLst>
                <a:path h="24765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>
                <a:fillRect l="0" t="-676" r="0" b="-682"/>
              </a:stretch>
            </a:blip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2631941" y="6002093"/>
            <a:ext cx="228600" cy="185738"/>
            <a:chOff x="0" y="0"/>
            <a:chExt cx="304800" cy="247650"/>
          </a:xfrm>
        </p:grpSpPr>
        <p:sp>
          <p:nvSpPr>
            <p:cNvPr name="Freeform 99" id="99" descr="image.png"/>
            <p:cNvSpPr/>
            <p:nvPr/>
          </p:nvSpPr>
          <p:spPr>
            <a:xfrm flipH="false" flipV="false" rot="0">
              <a:off x="0" y="0"/>
              <a:ext cx="304800" cy="247650"/>
            </a:xfrm>
            <a:custGeom>
              <a:avLst/>
              <a:gdLst/>
              <a:ahLst/>
              <a:cxnLst/>
              <a:rect r="r" b="b" t="t" l="l"/>
              <a:pathLst>
                <a:path h="24765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>
                <a:fillRect l="0" t="-676" r="0" b="-682"/>
              </a:stretch>
            </a:blip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2667659" y="7055129"/>
            <a:ext cx="157162" cy="185738"/>
            <a:chOff x="0" y="0"/>
            <a:chExt cx="209550" cy="247650"/>
          </a:xfrm>
        </p:grpSpPr>
        <p:sp>
          <p:nvSpPr>
            <p:cNvPr name="Freeform 101" id="101" descr="image.png"/>
            <p:cNvSpPr/>
            <p:nvPr/>
          </p:nvSpPr>
          <p:spPr>
            <a:xfrm flipH="false" flipV="false" rot="0">
              <a:off x="0" y="0"/>
              <a:ext cx="209550" cy="247650"/>
            </a:xfrm>
            <a:custGeom>
              <a:avLst/>
              <a:gdLst/>
              <a:ahLst/>
              <a:cxnLst/>
              <a:rect r="r" b="b" t="t" l="l"/>
              <a:pathLst>
                <a:path h="2476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>
                <a:fillRect l="-648" t="0" r="-648" b="0"/>
              </a:stretch>
            </a:blipFill>
          </p:spPr>
        </p:sp>
      </p:grpSp>
      <p:sp>
        <p:nvSpPr>
          <p:cNvPr name="TextBox 102" id="102"/>
          <p:cNvSpPr txBox="true"/>
          <p:nvPr/>
        </p:nvSpPr>
        <p:spPr>
          <a:xfrm rot="0">
            <a:off x="13244512" y="750389"/>
            <a:ext cx="430053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 Trajetória em 3 Etapas 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742950" y="819150"/>
            <a:ext cx="8551069" cy="483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Plano de Carreira Profissional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2347972" y="993277"/>
            <a:ext cx="5197078" cy="309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25"/>
              </a:lnSpc>
            </a:pPr>
            <a:r>
              <a:rPr lang="en-US" sz="1686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Consolidação → Expansão → Liderança</a:t>
            </a:r>
          </a:p>
        </p:txBody>
      </p:sp>
      <p:grpSp>
        <p:nvGrpSpPr>
          <p:cNvPr name="Group 105" id="105"/>
          <p:cNvGrpSpPr/>
          <p:nvPr/>
        </p:nvGrpSpPr>
        <p:grpSpPr>
          <a:xfrm rot="0">
            <a:off x="1100138" y="1817189"/>
            <a:ext cx="771525" cy="342900"/>
            <a:chOff x="0" y="0"/>
            <a:chExt cx="1028700" cy="4572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028700" cy="457200"/>
            </a:xfrm>
            <a:custGeom>
              <a:avLst/>
              <a:gdLst/>
              <a:ahLst/>
              <a:cxnLst/>
              <a:rect r="r" b="b" t="t" l="l"/>
              <a:pathLst>
                <a:path h="4572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8">
                <a:alphaModFix amt="0"/>
              </a:blip>
              <a:stretch>
                <a:fillRect l="-7062" t="0" r="-7064" b="0"/>
              </a:stretch>
            </a:blip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100138" y="1802902"/>
            <a:ext cx="771525" cy="357188"/>
            <a:chOff x="0" y="0"/>
            <a:chExt cx="1028700" cy="47625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028700" cy="476250"/>
            </a:xfrm>
            <a:custGeom>
              <a:avLst/>
              <a:gdLst/>
              <a:ahLst/>
              <a:cxnLst/>
              <a:rect r="r" b="b" t="t" l="l"/>
              <a:pathLst>
                <a:path h="47625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49">
                <a:alphaModFix amt="0"/>
              </a:blip>
              <a:stretch>
                <a:fillRect l="-9399" t="0" r="-9399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19050"/>
              <a:ext cx="102870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sp>
        <p:nvSpPr>
          <p:cNvPr name="TextBox 110" id="110"/>
          <p:cNvSpPr txBox="true"/>
          <p:nvPr/>
        </p:nvSpPr>
        <p:spPr>
          <a:xfrm rot="0">
            <a:off x="1771650" y="1855289"/>
            <a:ext cx="2482453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4"/>
              </a:lnSpc>
            </a:pPr>
            <a:r>
              <a:rPr lang="en-US" sz="1461" b="true">
                <a:solidFill>
                  <a:srgbClr val="059669"/>
                </a:solidFill>
                <a:latin typeface="Arimo Bold"/>
                <a:ea typeface="Arimo Bold"/>
                <a:cs typeface="Arimo Bold"/>
                <a:sym typeface="Arimo Bold"/>
              </a:rPr>
              <a:t>Execução &amp; Eficiência</a:t>
            </a:r>
          </a:p>
        </p:txBody>
      </p:sp>
      <p:grpSp>
        <p:nvGrpSpPr>
          <p:cNvPr name="Group 111" id="111"/>
          <p:cNvGrpSpPr/>
          <p:nvPr/>
        </p:nvGrpSpPr>
        <p:grpSpPr>
          <a:xfrm rot="0">
            <a:off x="7922419" y="1817189"/>
            <a:ext cx="771525" cy="342900"/>
            <a:chOff x="0" y="0"/>
            <a:chExt cx="1028700" cy="45720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028700" cy="457200"/>
            </a:xfrm>
            <a:custGeom>
              <a:avLst/>
              <a:gdLst/>
              <a:ahLst/>
              <a:cxnLst/>
              <a:rect r="r" b="b" t="t" l="l"/>
              <a:pathLst>
                <a:path h="4572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8">
                <a:alphaModFix amt="0"/>
              </a:blip>
              <a:stretch>
                <a:fillRect l="-7062" t="0" r="-7064" b="0"/>
              </a:stretch>
            </a:blip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7922419" y="1802902"/>
            <a:ext cx="771525" cy="357188"/>
            <a:chOff x="0" y="0"/>
            <a:chExt cx="1028700" cy="47625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028700" cy="476250"/>
            </a:xfrm>
            <a:custGeom>
              <a:avLst/>
              <a:gdLst/>
              <a:ahLst/>
              <a:cxnLst/>
              <a:rect r="r" b="b" t="t" l="l"/>
              <a:pathLst>
                <a:path h="47625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49">
                <a:alphaModFix amt="0"/>
              </a:blip>
              <a:stretch>
                <a:fillRect l="-9399" t="0" r="-9399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19050"/>
              <a:ext cx="102870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sp>
        <p:nvSpPr>
          <p:cNvPr name="TextBox 116" id="116"/>
          <p:cNvSpPr txBox="true"/>
          <p:nvPr/>
        </p:nvSpPr>
        <p:spPr>
          <a:xfrm rot="0">
            <a:off x="8593931" y="1855289"/>
            <a:ext cx="232171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4"/>
              </a:lnSpc>
            </a:pPr>
            <a:r>
              <a:rPr lang="en-US" sz="1461" b="tru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Domínio Técnico &amp; IA</a:t>
            </a:r>
          </a:p>
        </p:txBody>
      </p:sp>
      <p:grpSp>
        <p:nvGrpSpPr>
          <p:cNvPr name="Group 117" id="117"/>
          <p:cNvGrpSpPr/>
          <p:nvPr/>
        </p:nvGrpSpPr>
        <p:grpSpPr>
          <a:xfrm rot="0">
            <a:off x="14616112" y="1817189"/>
            <a:ext cx="771525" cy="342900"/>
            <a:chOff x="0" y="0"/>
            <a:chExt cx="1028700" cy="4572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028700" cy="457200"/>
            </a:xfrm>
            <a:custGeom>
              <a:avLst/>
              <a:gdLst/>
              <a:ahLst/>
              <a:cxnLst/>
              <a:rect r="r" b="b" t="t" l="l"/>
              <a:pathLst>
                <a:path h="4572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8">
                <a:alphaModFix amt="0"/>
              </a:blip>
              <a:stretch>
                <a:fillRect l="-7062" t="0" r="-7064" b="0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4616112" y="1802902"/>
            <a:ext cx="771525" cy="357188"/>
            <a:chOff x="0" y="0"/>
            <a:chExt cx="1028700" cy="47625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028700" cy="476250"/>
            </a:xfrm>
            <a:custGeom>
              <a:avLst/>
              <a:gdLst/>
              <a:ahLst/>
              <a:cxnLst/>
              <a:rect r="r" b="b" t="t" l="l"/>
              <a:pathLst>
                <a:path h="47625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49">
                <a:alphaModFix amt="0"/>
              </a:blip>
              <a:stretch>
                <a:fillRect l="-9399" t="0" r="-9399" b="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19050"/>
              <a:ext cx="102870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sp>
        <p:nvSpPr>
          <p:cNvPr name="TextBox 122" id="122"/>
          <p:cNvSpPr txBox="true"/>
          <p:nvPr/>
        </p:nvSpPr>
        <p:spPr>
          <a:xfrm rot="0">
            <a:off x="15287625" y="1855289"/>
            <a:ext cx="21145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4"/>
              </a:lnSpc>
            </a:pPr>
            <a:r>
              <a:rPr lang="en-US" sz="1461" b="true">
                <a:solidFill>
                  <a:srgbClr val="EA580C"/>
                </a:solidFill>
                <a:latin typeface="Arimo Bold"/>
                <a:ea typeface="Arimo Bold"/>
                <a:cs typeface="Arimo Bold"/>
                <a:sym typeface="Arimo Bold"/>
              </a:rPr>
              <a:t>Gestão &amp; Mentoria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1000125" y="495300"/>
            <a:ext cx="594717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4"/>
              </a:lnSpc>
            </a:pPr>
            <a:r>
              <a:rPr lang="en-US" sz="1461" b="true">
                <a:solidFill>
                  <a:srgbClr val="059669"/>
                </a:solidFill>
                <a:latin typeface="Arimo Bold"/>
                <a:ea typeface="Arimo Bold"/>
                <a:cs typeface="Arimo Bold"/>
                <a:sym typeface="Arimo Bold"/>
              </a:rPr>
              <a:t>ROADMAP ESTRATÉGICO DE CRESCIMENTO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4838776" y="2812552"/>
            <a:ext cx="1042988" cy="23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6" b="true">
                <a:solidFill>
                  <a:srgbClr val="047857"/>
                </a:solidFill>
                <a:latin typeface="Arimo Bold"/>
                <a:ea typeface="Arimo Bold"/>
                <a:cs typeface="Arimo Bold"/>
                <a:sym typeface="Arimo Bold"/>
              </a:rPr>
              <a:t>1 - 3 meses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10506227" y="2812552"/>
            <a:ext cx="1071562" cy="23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6" b="true">
                <a:solidFill>
                  <a:srgbClr val="1D4ED8"/>
                </a:solidFill>
                <a:latin typeface="Arimo Bold"/>
                <a:ea typeface="Arimo Bold"/>
                <a:cs typeface="Arimo Bold"/>
                <a:sym typeface="Arimo Bold"/>
              </a:rPr>
              <a:t>3 - 6 meses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16130807" y="2812552"/>
            <a:ext cx="1143000" cy="23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6" b="true">
                <a:solidFill>
                  <a:srgbClr val="C2410C"/>
                </a:solidFill>
                <a:latin typeface="Arimo Bold"/>
                <a:ea typeface="Arimo Bold"/>
                <a:cs typeface="Arimo Bold"/>
                <a:sym typeface="Arimo Bold"/>
              </a:rPr>
              <a:t>6 - 12 meses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1728788" y="2612527"/>
            <a:ext cx="1237431" cy="633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6" b="true">
                <a:solidFill>
                  <a:srgbClr val="059669"/>
                </a:solidFill>
                <a:latin typeface="Arimo Bold"/>
                <a:ea typeface="Arimo Bold"/>
                <a:cs typeface="Arimo Bold"/>
                <a:sym typeface="Arimo Bold"/>
              </a:rPr>
              <a:t>Fase Inicial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1714500" y="3826964"/>
            <a:ext cx="401835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4"/>
              </a:lnSpc>
            </a:pPr>
            <a:r>
              <a:rPr lang="en-US" sz="1461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Assumir maiores responsabilidades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1714500" y="4680642"/>
            <a:ext cx="389334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4"/>
              </a:lnSpc>
            </a:pPr>
            <a:r>
              <a:rPr lang="en-US" sz="1461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Aplicar técnicas de versionamento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714500" y="5534320"/>
            <a:ext cx="337542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4"/>
              </a:lnSpc>
            </a:pPr>
            <a:r>
              <a:rPr lang="en-US" sz="1461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Dominar e estruturar Pipelines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1714500" y="6387998"/>
            <a:ext cx="3600428" cy="228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4"/>
              </a:lnSpc>
            </a:pPr>
            <a:r>
              <a:rPr lang="en-US" sz="1461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Certificação Lean Six Sigma (Green Belt)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1714500" y="7241677"/>
            <a:ext cx="3982641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4"/>
              </a:lnSpc>
            </a:pPr>
            <a:r>
              <a:rPr lang="en-US" sz="1461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Participar de eventos de tecnologia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1714500" y="8095355"/>
            <a:ext cx="45720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4"/>
              </a:lnSpc>
            </a:pPr>
            <a:r>
              <a:rPr lang="en-US" sz="1461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Padronização da documentação técnica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7424814" y="2612527"/>
            <a:ext cx="1934613" cy="633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6" b="tru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Fase Intermediária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7581976" y="3779339"/>
            <a:ext cx="2971800" cy="595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Liderança Técnica </a:t>
            </a:r>
            <a:r>
              <a:rPr lang="en-US" sz="1350" b="true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Referência e condução entre pares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7581976" y="4850902"/>
            <a:ext cx="2928938" cy="595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Apresentação de Resultados </a:t>
            </a:r>
            <a:r>
              <a:rPr lang="en-US" sz="1350" b="true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Comunicação clara de valor e KPIs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7581976" y="5922464"/>
            <a:ext cx="3657600" cy="595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DevOps &amp; Automação </a:t>
            </a:r>
            <a:r>
              <a:rPr lang="en-US" sz="1350" b="true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Aprofundamento em CI/CD e infraestrutura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7581976" y="6994027"/>
            <a:ext cx="3929062" cy="595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Estudo e Aplicação de LLMs </a:t>
            </a:r>
            <a:r>
              <a:rPr lang="en-US" sz="1350" b="true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Soluções com Inteligência Artificial Generativa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13120840" y="2612527"/>
            <a:ext cx="1606001" cy="633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6" b="true">
                <a:solidFill>
                  <a:srgbClr val="EA580C"/>
                </a:solidFill>
                <a:latin typeface="Arimo Bold"/>
                <a:ea typeface="Arimo Bold"/>
                <a:cs typeface="Arimo Bold"/>
                <a:sym typeface="Arimo Bold"/>
              </a:rPr>
              <a:t>Fase Avançada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13117716" y="3855549"/>
            <a:ext cx="250031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4"/>
              </a:lnSpc>
            </a:pPr>
            <a:r>
              <a:rPr lang="en-US" sz="1461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Programa de Mentoria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13117716" y="4908585"/>
            <a:ext cx="394692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4"/>
              </a:lnSpc>
            </a:pPr>
            <a:r>
              <a:rPr lang="en-US" sz="1461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Realizar Apresentações Executivas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13117716" y="5961612"/>
            <a:ext cx="350043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4"/>
              </a:lnSpc>
            </a:pPr>
            <a:r>
              <a:rPr lang="en-US" sz="1461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Liderança e Gestão de Equipes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13117716" y="7014648"/>
            <a:ext cx="37147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4"/>
              </a:lnSpc>
            </a:pPr>
            <a:r>
              <a:rPr lang="en-US" sz="1461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Gestão Ponta a Ponta de Projetos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1728788" y="2912564"/>
            <a:ext cx="159934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4"/>
              </a:lnSpc>
            </a:pPr>
            <a:r>
              <a:rPr lang="en-US" sz="1911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Agora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7424814" y="2912564"/>
            <a:ext cx="235166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4"/>
              </a:lnSpc>
            </a:pPr>
            <a:r>
              <a:rPr lang="en-US" sz="1911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Curto Prazo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13120840" y="2912564"/>
            <a:ext cx="198634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4"/>
              </a:lnSpc>
            </a:pPr>
            <a:r>
              <a:rPr lang="en-US" sz="1911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Médio Prazo</a:t>
            </a:r>
          </a:p>
        </p:txBody>
      </p:sp>
    </p:spTree>
  </p:cSld>
  <p:clrMapOvr>
    <a:masterClrMapping/>
  </p:clrMapOvr>
  <p:transition spd="fast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48704" y="5421859"/>
            <a:ext cx="10471595" cy="5235797"/>
          </a:xfrm>
          <a:custGeom>
            <a:avLst/>
            <a:gdLst/>
            <a:ahLst/>
            <a:cxnLst/>
            <a:rect r="r" b="b" t="t" l="l"/>
            <a:pathLst>
              <a:path h="5235797" w="10471595">
                <a:moveTo>
                  <a:pt x="0" y="0"/>
                </a:moveTo>
                <a:lnTo>
                  <a:pt x="10471594" y="0"/>
                </a:lnTo>
                <a:lnTo>
                  <a:pt x="10471594" y="5235797"/>
                </a:lnTo>
                <a:lnTo>
                  <a:pt x="0" y="52357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0" r="0" b="-9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083023" y="-4748622"/>
            <a:ext cx="10170481" cy="10170481"/>
            <a:chOff x="0" y="0"/>
            <a:chExt cx="13560641" cy="135606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560552" cy="13560552"/>
            </a:xfrm>
            <a:custGeom>
              <a:avLst/>
              <a:gdLst/>
              <a:ahLst/>
              <a:cxnLst/>
              <a:rect r="r" b="b" t="t" l="l"/>
              <a:pathLst>
                <a:path h="13560552" w="13560552">
                  <a:moveTo>
                    <a:pt x="6780276" y="0"/>
                  </a:moveTo>
                  <a:cubicBezTo>
                    <a:pt x="3035681" y="0"/>
                    <a:pt x="0" y="3035681"/>
                    <a:pt x="0" y="6780276"/>
                  </a:cubicBezTo>
                  <a:cubicBezTo>
                    <a:pt x="0" y="10524872"/>
                    <a:pt x="3035681" y="13560552"/>
                    <a:pt x="6780276" y="13560552"/>
                  </a:cubicBezTo>
                  <a:cubicBezTo>
                    <a:pt x="10524872" y="13560552"/>
                    <a:pt x="13560552" y="10524872"/>
                    <a:pt x="13560552" y="6780276"/>
                  </a:cubicBezTo>
                  <a:cubicBezTo>
                    <a:pt x="13560552" y="3035681"/>
                    <a:pt x="10524998" y="0"/>
                    <a:pt x="6780276" y="0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28700" y="1138136"/>
          <a:ext cx="16154400" cy="7340600"/>
        </p:xfrm>
        <a:graphic>
          <a:graphicData uri="http://schemas.openxmlformats.org/drawingml/2006/table">
            <a:tbl>
              <a:tblPr/>
              <a:tblGrid>
                <a:gridCol w="4038600"/>
                <a:gridCol w="4038600"/>
                <a:gridCol w="4038600"/>
                <a:gridCol w="4038600"/>
              </a:tblGrid>
              <a:tr h="19029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00"/>
                        </a:lnSpc>
                        <a:defRPr/>
                      </a:pPr>
                      <a:r>
                        <a:rPr lang="en-US" sz="6000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Blog</a:t>
                      </a:r>
                      <a:endParaRPr lang="en-US" sz="1100"/>
                    </a:p>
                    <a:p>
                      <a:pPr algn="ctr">
                        <a:lnSpc>
                          <a:spcPts val="30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119"/>
                        </a:lnSpc>
                        <a:defRPr/>
                      </a:pPr>
                      <a:r>
                        <a:rPr lang="en-US" sz="5798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Linkedin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00"/>
                        </a:lnSpc>
                        <a:defRPr/>
                      </a:pPr>
                      <a:r>
                        <a:rPr lang="en-US" sz="6000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GitHub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00"/>
                        </a:lnSpc>
                        <a:defRPr/>
                      </a:pPr>
                      <a:r>
                        <a:rPr lang="en-US" sz="6000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Youtube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B281"/>
                    </a:solidFill>
                  </a:tcPr>
                </a:tc>
              </a:tr>
              <a:tr h="543761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E"/>
                    </a:solidFill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1163060" y="3460004"/>
            <a:ext cx="3827764" cy="3588534"/>
            <a:chOff x="0" y="0"/>
            <a:chExt cx="5103686" cy="47847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03749" cy="4784725"/>
            </a:xfrm>
            <a:custGeom>
              <a:avLst/>
              <a:gdLst/>
              <a:ahLst/>
              <a:cxnLst/>
              <a:rect r="r" b="b" t="t" l="l"/>
              <a:pathLst>
                <a:path h="4784725" w="5103749">
                  <a:moveTo>
                    <a:pt x="0" y="0"/>
                  </a:moveTo>
                  <a:lnTo>
                    <a:pt x="5103749" y="0"/>
                  </a:lnTo>
                  <a:lnTo>
                    <a:pt x="5103749" y="4784725"/>
                  </a:lnTo>
                  <a:lnTo>
                    <a:pt x="0" y="47847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0" r="1" b="-2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583831" y="3020263"/>
            <a:ext cx="3296174" cy="2401586"/>
            <a:chOff x="0" y="0"/>
            <a:chExt cx="4394898" cy="32021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94962" cy="3202178"/>
            </a:xfrm>
            <a:custGeom>
              <a:avLst/>
              <a:gdLst/>
              <a:ahLst/>
              <a:cxnLst/>
              <a:rect r="r" b="b" t="t" l="l"/>
              <a:pathLst>
                <a:path h="3202178" w="4394962">
                  <a:moveTo>
                    <a:pt x="0" y="0"/>
                  </a:moveTo>
                  <a:lnTo>
                    <a:pt x="4394962" y="0"/>
                  </a:lnTo>
                  <a:lnTo>
                    <a:pt x="4394962" y="3202178"/>
                  </a:lnTo>
                  <a:lnTo>
                    <a:pt x="0" y="32021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381" r="1" b="-1037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506002" y="5531291"/>
            <a:ext cx="3451822" cy="2617899"/>
            <a:chOff x="0" y="0"/>
            <a:chExt cx="4602429" cy="34905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02480" cy="3490468"/>
            </a:xfrm>
            <a:custGeom>
              <a:avLst/>
              <a:gdLst/>
              <a:ahLst/>
              <a:cxnLst/>
              <a:rect r="r" b="b" t="t" l="l"/>
              <a:pathLst>
                <a:path h="3490468" w="4602480">
                  <a:moveTo>
                    <a:pt x="0" y="0"/>
                  </a:moveTo>
                  <a:lnTo>
                    <a:pt x="4602480" y="0"/>
                  </a:lnTo>
                  <a:lnTo>
                    <a:pt x="4602480" y="3490468"/>
                  </a:lnTo>
                  <a:lnTo>
                    <a:pt x="0" y="34904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432350" y="3122343"/>
            <a:ext cx="3301355" cy="5026847"/>
            <a:chOff x="0" y="0"/>
            <a:chExt cx="4401807" cy="67024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01820" cy="6702425"/>
            </a:xfrm>
            <a:custGeom>
              <a:avLst/>
              <a:gdLst/>
              <a:ahLst/>
              <a:cxnLst/>
              <a:rect r="r" b="b" t="t" l="l"/>
              <a:pathLst>
                <a:path h="6702425" w="4401820">
                  <a:moveTo>
                    <a:pt x="0" y="0"/>
                  </a:moveTo>
                  <a:lnTo>
                    <a:pt x="4401820" y="0"/>
                  </a:lnTo>
                  <a:lnTo>
                    <a:pt x="4401820" y="6702425"/>
                  </a:lnTo>
                  <a:lnTo>
                    <a:pt x="0" y="6702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7439" r="0" b="-7439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178619" y="3460004"/>
            <a:ext cx="3841309" cy="2453992"/>
            <a:chOff x="0" y="0"/>
            <a:chExt cx="5121745" cy="32719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21783" cy="3272028"/>
            </a:xfrm>
            <a:custGeom>
              <a:avLst/>
              <a:gdLst/>
              <a:ahLst/>
              <a:cxnLst/>
              <a:rect r="r" b="b" t="t" l="l"/>
              <a:pathLst>
                <a:path h="3272028" w="5121783">
                  <a:moveTo>
                    <a:pt x="0" y="0"/>
                  </a:moveTo>
                  <a:lnTo>
                    <a:pt x="5121783" y="0"/>
                  </a:lnTo>
                  <a:lnTo>
                    <a:pt x="5121783" y="3272028"/>
                  </a:lnTo>
                  <a:lnTo>
                    <a:pt x="0" y="3272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2" t="0" r="-41" b="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178619" y="6325838"/>
            <a:ext cx="3841309" cy="1887045"/>
            <a:chOff x="0" y="0"/>
            <a:chExt cx="5121745" cy="25160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21783" cy="2515997"/>
            </a:xfrm>
            <a:custGeom>
              <a:avLst/>
              <a:gdLst/>
              <a:ahLst/>
              <a:cxnLst/>
              <a:rect r="r" b="b" t="t" l="l"/>
              <a:pathLst>
                <a:path h="2515997" w="5121783">
                  <a:moveTo>
                    <a:pt x="0" y="0"/>
                  </a:moveTo>
                  <a:lnTo>
                    <a:pt x="5121783" y="0"/>
                  </a:lnTo>
                  <a:lnTo>
                    <a:pt x="5121783" y="2515997"/>
                  </a:lnTo>
                  <a:lnTo>
                    <a:pt x="0" y="2515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28" r="0" b="-13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A6A75">
                <a:alpha val="100000"/>
              </a:srgbClr>
            </a:gs>
            <a:gs pos="100000">
              <a:srgbClr val="3451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311840">
            <a:off x="-4053583" y="-6174791"/>
            <a:ext cx="7646318" cy="13840692"/>
          </a:xfrm>
          <a:custGeom>
            <a:avLst/>
            <a:gdLst/>
            <a:ahLst/>
            <a:cxnLst/>
            <a:rect r="r" b="b" t="t" l="l"/>
            <a:pathLst>
              <a:path h="13840692" w="7646318">
                <a:moveTo>
                  <a:pt x="0" y="0"/>
                </a:moveTo>
                <a:lnTo>
                  <a:pt x="7646318" y="0"/>
                </a:lnTo>
                <a:lnTo>
                  <a:pt x="7646318" y="13840692"/>
                </a:lnTo>
                <a:lnTo>
                  <a:pt x="0" y="138406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0" r="0" b="-5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372540">
            <a:off x="12776654" y="3444221"/>
            <a:ext cx="7560621" cy="13685558"/>
          </a:xfrm>
          <a:custGeom>
            <a:avLst/>
            <a:gdLst/>
            <a:ahLst/>
            <a:cxnLst/>
            <a:rect r="r" b="b" t="t" l="l"/>
            <a:pathLst>
              <a:path h="13685558" w="7560621">
                <a:moveTo>
                  <a:pt x="0" y="0"/>
                </a:moveTo>
                <a:lnTo>
                  <a:pt x="7560621" y="0"/>
                </a:lnTo>
                <a:lnTo>
                  <a:pt x="7560621" y="13685558"/>
                </a:lnTo>
                <a:lnTo>
                  <a:pt x="0" y="136855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6" r="0" b="-2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389264" y="981170"/>
            <a:ext cx="7509462" cy="8064179"/>
          </a:xfrm>
          <a:custGeom>
            <a:avLst/>
            <a:gdLst/>
            <a:ahLst/>
            <a:cxnLst/>
            <a:rect r="r" b="b" t="t" l="l"/>
            <a:pathLst>
              <a:path h="8064179" w="7509462">
                <a:moveTo>
                  <a:pt x="0" y="0"/>
                </a:moveTo>
                <a:lnTo>
                  <a:pt x="7509462" y="0"/>
                </a:lnTo>
                <a:lnTo>
                  <a:pt x="7509462" y="8064180"/>
                </a:lnTo>
                <a:lnTo>
                  <a:pt x="0" y="80641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0800000">
            <a:off x="15337003" y="-2030320"/>
            <a:ext cx="3606222" cy="7173820"/>
          </a:xfrm>
          <a:custGeom>
            <a:avLst/>
            <a:gdLst/>
            <a:ahLst/>
            <a:cxnLst/>
            <a:rect r="r" b="b" t="t" l="l"/>
            <a:pathLst>
              <a:path h="7173820" w="3606222">
                <a:moveTo>
                  <a:pt x="3606222" y="0"/>
                </a:moveTo>
                <a:lnTo>
                  <a:pt x="0" y="0"/>
                </a:lnTo>
                <a:lnTo>
                  <a:pt x="0" y="7173820"/>
                </a:lnTo>
                <a:lnTo>
                  <a:pt x="3606222" y="7173820"/>
                </a:lnTo>
                <a:lnTo>
                  <a:pt x="36062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" r="0" b="-3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0800000">
            <a:off x="16429663" y="-1587313"/>
            <a:ext cx="2751934" cy="5474398"/>
          </a:xfrm>
          <a:custGeom>
            <a:avLst/>
            <a:gdLst/>
            <a:ahLst/>
            <a:cxnLst/>
            <a:rect r="r" b="b" t="t" l="l"/>
            <a:pathLst>
              <a:path h="5474398" w="2751934">
                <a:moveTo>
                  <a:pt x="2751934" y="0"/>
                </a:moveTo>
                <a:lnTo>
                  <a:pt x="0" y="0"/>
                </a:lnTo>
                <a:lnTo>
                  <a:pt x="0" y="5474399"/>
                </a:lnTo>
                <a:lnTo>
                  <a:pt x="2751934" y="5474399"/>
                </a:lnTo>
                <a:lnTo>
                  <a:pt x="275193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8" r="0" b="-8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503472" y="5571534"/>
            <a:ext cx="3281239" cy="6527349"/>
          </a:xfrm>
          <a:custGeom>
            <a:avLst/>
            <a:gdLst/>
            <a:ahLst/>
            <a:cxnLst/>
            <a:rect r="r" b="b" t="t" l="l"/>
            <a:pathLst>
              <a:path h="6527349" w="3281239">
                <a:moveTo>
                  <a:pt x="3281238" y="0"/>
                </a:moveTo>
                <a:lnTo>
                  <a:pt x="0" y="0"/>
                </a:lnTo>
                <a:lnTo>
                  <a:pt x="0" y="6527350"/>
                </a:lnTo>
                <a:lnTo>
                  <a:pt x="3281238" y="6527350"/>
                </a:lnTo>
                <a:lnTo>
                  <a:pt x="328123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2" t="0" r="-22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-720366" y="6714725"/>
            <a:ext cx="2503942" cy="4981070"/>
          </a:xfrm>
          <a:custGeom>
            <a:avLst/>
            <a:gdLst/>
            <a:ahLst/>
            <a:cxnLst/>
            <a:rect r="r" b="b" t="t" l="l"/>
            <a:pathLst>
              <a:path h="4981070" w="2503942">
                <a:moveTo>
                  <a:pt x="2503941" y="0"/>
                </a:moveTo>
                <a:lnTo>
                  <a:pt x="0" y="0"/>
                </a:lnTo>
                <a:lnTo>
                  <a:pt x="0" y="4981070"/>
                </a:lnTo>
                <a:lnTo>
                  <a:pt x="2503941" y="4981070"/>
                </a:lnTo>
                <a:lnTo>
                  <a:pt x="250394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7" t="0" r="-17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536180" y="468460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364843" y="2337645"/>
            <a:ext cx="5558314" cy="234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20"/>
              </a:lnSpc>
            </a:pPr>
            <a:r>
              <a:rPr lang="en-US" b="true" sz="12000" spc="-12">
                <a:solidFill>
                  <a:srgbClr val="1F2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MEU</a:t>
            </a:r>
          </a:p>
          <a:p>
            <a:pPr algn="ctr">
              <a:lnSpc>
                <a:spcPts val="10320"/>
              </a:lnSpc>
            </a:pPr>
            <a:r>
              <a:rPr lang="en-US" b="true" sz="12000" spc="-12">
                <a:solidFill>
                  <a:srgbClr val="1F2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Site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DAHV-9vAAJU</dc:identifier>
  <dcterms:modified xsi:type="dcterms:W3CDTF">2011-08-01T06:04:30Z</dcterms:modified>
  <cp:revision>1</cp:revision>
  <dc:title>Cópia de me apresentando - slide 2 novo(2).pptx</dc:title>
</cp:coreProperties>
</file>